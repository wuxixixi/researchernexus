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3"/>
  </p:sldMasterIdLst>
  <p:notesMasterIdLst>
    <p:notesMasterId r:id="rId16"/>
  </p:notesMasterIdLst>
  <p:sldIdLst>
    <p:sldId id="256" r:id="rId4"/>
    <p:sldId id="302" r:id="rId5"/>
    <p:sldId id="291" r:id="rId6"/>
    <p:sldId id="258" r:id="rId7"/>
    <p:sldId id="292" r:id="rId8"/>
    <p:sldId id="280" r:id="rId9"/>
    <p:sldId id="261" r:id="rId10"/>
    <p:sldId id="283" r:id="rId11"/>
    <p:sldId id="263" r:id="rId12"/>
    <p:sldId id="286" r:id="rId13"/>
    <p:sldId id="265" r:id="rId14"/>
    <p:sldId id="289" r:id="rId15"/>
    <p:sldId id="315" r:id="rId17"/>
    <p:sldId id="311" r:id="rId18"/>
    <p:sldId id="293" r:id="rId19"/>
    <p:sldId id="268" r:id="rId20"/>
    <p:sldId id="287" r:id="rId21"/>
    <p:sldId id="270" r:id="rId22"/>
    <p:sldId id="304" r:id="rId23"/>
    <p:sldId id="296" r:id="rId24"/>
    <p:sldId id="273" r:id="rId25"/>
    <p:sldId id="297" r:id="rId26"/>
    <p:sldId id="299" r:id="rId27"/>
    <p:sldId id="276" r:id="rId28"/>
    <p:sldId id="300" r:id="rId29"/>
    <p:sldId id="308" r:id="rId30"/>
    <p:sldId id="307" r:id="rId31"/>
    <p:sldId id="316" r:id="rId32"/>
    <p:sldId id="317" r:id="rId33"/>
    <p:sldId id="321" r:id="rId34"/>
    <p:sldId id="320" r:id="rId35"/>
    <p:sldId id="301" r:id="rId36"/>
    <p:sldId id="279" r:id="rId37"/>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3.png"/><Relationship Id="rId7" Type="http://schemas.openxmlformats.org/officeDocument/2006/relationships/tags" Target="../tags/tag8.xml"/><Relationship Id="rId6" Type="http://schemas.openxmlformats.org/officeDocument/2006/relationships/image" Target="../media/image2.png"/><Relationship Id="rId5" Type="http://schemas.openxmlformats.org/officeDocument/2006/relationships/tags" Target="../tags/tag7.xml"/><Relationship Id="rId4" Type="http://schemas.openxmlformats.org/officeDocument/2006/relationships/image" Target="../media/image1.png"/><Relationship Id="rId3" Type="http://schemas.openxmlformats.org/officeDocument/2006/relationships/tags" Target="../tags/tag6.xml"/><Relationship Id="rId2" Type="http://schemas.openxmlformats.org/officeDocument/2006/relationships/tags" Target="../tags/tag5.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6033" y="3572"/>
            <a:ext cx="12179300" cy="6850856"/>
          </a:xfrm>
          <a:prstGeom prst="rect">
            <a:avLst/>
          </a:prstGeom>
          <a:gradFill>
            <a:gsLst>
              <a:gs pos="61000">
                <a:schemeClr val="bg2"/>
              </a:gs>
              <a:gs pos="83000">
                <a:schemeClr val="accent1">
                  <a:lumMod val="85000"/>
                  <a:alpha val="6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ym typeface="+mn-ea"/>
            </a:endParaRPr>
          </a:p>
        </p:txBody>
      </p:sp>
      <p:pic>
        <p:nvPicPr>
          <p:cNvPr id="5" name="图片 4" descr="ffff"/>
          <p:cNvPicPr>
            <a:picLocks noChangeAspect="1"/>
          </p:cNvPicPr>
          <p:nvPr userDrawn="1">
            <p:custDataLst>
              <p:tags r:id="rId3"/>
            </p:custDataLst>
          </p:nvPr>
        </p:nvPicPr>
        <p:blipFill>
          <a:blip r:embed="rId4">
            <a:alphaModFix amt="60000"/>
            <a:duotone>
              <a:schemeClr val="accent1">
                <a:shade val="45000"/>
                <a:satMod val="135000"/>
              </a:schemeClr>
              <a:prstClr val="white"/>
            </a:duotone>
          </a:blip>
          <a:stretch>
            <a:fillRect/>
          </a:stretch>
        </p:blipFill>
        <p:spPr>
          <a:xfrm>
            <a:off x="9844624" y="3572"/>
            <a:ext cx="2340709" cy="1535734"/>
          </a:xfrm>
          <a:prstGeom prst="rect">
            <a:avLst/>
          </a:prstGeom>
        </p:spPr>
      </p:pic>
      <p:pic>
        <p:nvPicPr>
          <p:cNvPr id="12" name="图片 11" descr="fffffffdddd"/>
          <p:cNvPicPr>
            <a:picLocks noChangeAspect="1"/>
          </p:cNvPicPr>
          <p:nvPr userDrawn="1">
            <p:custDataLst>
              <p:tags r:id="rId5"/>
            </p:custDataLst>
          </p:nvPr>
        </p:nvPicPr>
        <p:blipFill>
          <a:blip r:embed="rId6">
            <a:alphaModFix amt="32000"/>
            <a:duotone>
              <a:schemeClr val="accent1">
                <a:shade val="45000"/>
                <a:satMod val="135000"/>
              </a:schemeClr>
              <a:prstClr val="white"/>
            </a:duotone>
          </a:blip>
          <a:srcRect l="7001"/>
          <a:stretch>
            <a:fillRect/>
          </a:stretch>
        </p:blipFill>
        <p:spPr>
          <a:xfrm>
            <a:off x="6034" y="5930831"/>
            <a:ext cx="4558991" cy="923597"/>
          </a:xfrm>
          <a:custGeom>
            <a:avLst/>
            <a:gdLst>
              <a:gd name="connsiteX0" fmla="*/ 0 w 4563745"/>
              <a:gd name="connsiteY0" fmla="*/ 0 h 924560"/>
              <a:gd name="connsiteX1" fmla="*/ 4563745 w 4563745"/>
              <a:gd name="connsiteY1" fmla="*/ 0 h 924560"/>
              <a:gd name="connsiteX2" fmla="*/ 4563745 w 4563745"/>
              <a:gd name="connsiteY2" fmla="*/ 924560 h 924560"/>
              <a:gd name="connsiteX3" fmla="*/ 0 w 4563745"/>
              <a:gd name="connsiteY3" fmla="*/ 924560 h 924560"/>
            </a:gdLst>
            <a:ahLst/>
            <a:cxnLst>
              <a:cxn ang="0">
                <a:pos x="connsiteX0" y="connsiteY0"/>
              </a:cxn>
              <a:cxn ang="0">
                <a:pos x="connsiteX1" y="connsiteY1"/>
              </a:cxn>
              <a:cxn ang="0">
                <a:pos x="connsiteX2" y="connsiteY2"/>
              </a:cxn>
              <a:cxn ang="0">
                <a:pos x="connsiteX3" y="connsiteY3"/>
              </a:cxn>
            </a:cxnLst>
            <a:rect l="l" t="t" r="r" b="b"/>
            <a:pathLst>
              <a:path w="4563745" h="924560">
                <a:moveTo>
                  <a:pt x="0" y="0"/>
                </a:moveTo>
                <a:lnTo>
                  <a:pt x="4563745" y="0"/>
                </a:lnTo>
                <a:lnTo>
                  <a:pt x="4563745" y="924560"/>
                </a:lnTo>
                <a:lnTo>
                  <a:pt x="0" y="924560"/>
                </a:lnTo>
                <a:close/>
              </a:path>
            </a:pathLst>
          </a:custGeom>
        </p:spPr>
      </p:pic>
      <p:pic>
        <p:nvPicPr>
          <p:cNvPr id="10" name="图片 9" descr="fffffff"/>
          <p:cNvPicPr>
            <a:picLocks noChangeAspect="1"/>
          </p:cNvPicPr>
          <p:nvPr userDrawn="1">
            <p:custDataLst>
              <p:tags r:id="rId7"/>
            </p:custDataLst>
          </p:nvPr>
        </p:nvPicPr>
        <p:blipFill>
          <a:blip r:embed="rId8">
            <a:duotone>
              <a:schemeClr val="accent1">
                <a:shade val="45000"/>
                <a:satMod val="135000"/>
              </a:schemeClr>
              <a:prstClr val="white"/>
            </a:duotone>
            <a:lum bright="6000" contrast="6000"/>
          </a:blip>
          <a:stretch>
            <a:fillRect/>
          </a:stretch>
        </p:blipFill>
        <p:spPr>
          <a:xfrm>
            <a:off x="6033" y="3572"/>
            <a:ext cx="1500845" cy="1070129"/>
          </a:xfrm>
          <a:prstGeom prst="rect">
            <a:avLst/>
          </a:prstGeom>
        </p:spPr>
      </p:pic>
      <p:sp>
        <p:nvSpPr>
          <p:cNvPr id="4" name="圆角矩形 3"/>
          <p:cNvSpPr/>
          <p:nvPr userDrawn="1">
            <p:custDataLst>
              <p:tags r:id="rId9"/>
            </p:custDataLst>
          </p:nvPr>
        </p:nvSpPr>
        <p:spPr>
          <a:xfrm>
            <a:off x="920115" y="718471"/>
            <a:ext cx="10351136" cy="5421057"/>
          </a:xfrm>
          <a:prstGeom prst="roundRect">
            <a:avLst/>
          </a:prstGeom>
          <a:gradFill>
            <a:gsLst>
              <a:gs pos="0">
                <a:schemeClr val="bg2">
                  <a:lumMod val="94000"/>
                  <a:lumOff val="6000"/>
                </a:schemeClr>
              </a:gs>
              <a:gs pos="100000">
                <a:schemeClr val="bg2">
                  <a:lumMod val="94000"/>
                  <a:lumOff val="6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2" name="标题 1"/>
          <p:cNvSpPr>
            <a:spLocks noGrp="1"/>
          </p:cNvSpPr>
          <p:nvPr>
            <p:ph type="title" hasCustomPrompt="1"/>
            <p:custDataLst>
              <p:tags r:id="rId10"/>
            </p:custDataLst>
          </p:nvPr>
        </p:nvSpPr>
        <p:spPr>
          <a:xfrm>
            <a:off x="1097095" y="1175195"/>
            <a:ext cx="2084256" cy="1079962"/>
          </a:xfrm>
        </p:spPr>
        <p:txBody>
          <a:bodyPr wrap="square" anchor="b">
            <a:normAutofit/>
          </a:bodyPr>
          <a:lstStyle>
            <a:lvl1pPr algn="r">
              <a:defRPr sz="6000">
                <a:gradFill>
                  <a:gsLst>
                    <a:gs pos="52000">
                      <a:schemeClr val="accent1">
                        <a:lumMod val="60000"/>
                        <a:lumOff val="40000"/>
                      </a:schemeClr>
                    </a:gs>
                    <a:gs pos="93000">
                      <a:schemeClr val="tx2"/>
                    </a:gs>
                  </a:gsLst>
                  <a:lin ang="0" scaled="0"/>
                </a:gradFill>
              </a:defRPr>
            </a:lvl1pPr>
          </a:lstStyle>
          <a:p>
            <a:r>
              <a:rPr lang="zh-CN" altLang="en-US" dirty="0"/>
              <a:t>标题</a:t>
            </a:r>
            <a:endParaRPr lang="zh-CN" altLang="en-US" dirty="0"/>
          </a:p>
        </p:txBody>
      </p:sp>
      <p:sp>
        <p:nvSpPr>
          <p:cNvPr id="7" name="日期占位符 3"/>
          <p:cNvSpPr>
            <a:spLocks noGrp="1"/>
          </p:cNvSpPr>
          <p:nvPr>
            <p:ph type="dt" sz="half" idx="10"/>
            <p:custDataLst>
              <p:tags r:id="rId11"/>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2"/>
            </p:custDataLst>
          </p:nvPr>
        </p:nvSpPr>
        <p:spPr/>
        <p:txBody>
          <a:bodyPr/>
          <a:lstStyle/>
          <a:p>
            <a:endParaRPr lang="zh-CN" altLang="en-US"/>
          </a:p>
        </p:txBody>
      </p:sp>
      <p:sp>
        <p:nvSpPr>
          <p:cNvPr id="9" name="灯片编号占位符 5"/>
          <p:cNvSpPr>
            <a:spLocks noGrp="1"/>
          </p:cNvSpPr>
          <p:nvPr>
            <p:ph type="sldNum" sz="quarter" idx="12"/>
            <p:custDataLst>
              <p:tags r:id="rId13"/>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image" Target="../media/image4.png"/><Relationship Id="rId6" Type="http://schemas.openxmlformats.org/officeDocument/2006/relationships/tags" Target="../tags/tag16.xml"/><Relationship Id="rId5" Type="http://schemas.openxmlformats.org/officeDocument/2006/relationships/image" Target="../media/image1.png"/><Relationship Id="rId4" Type="http://schemas.openxmlformats.org/officeDocument/2006/relationships/tags" Target="../tags/tag15.xml"/><Relationship Id="rId3" Type="http://schemas.openxmlformats.org/officeDocument/2006/relationships/image" Target="../media/image3.png"/><Relationship Id="rId2" Type="http://schemas.openxmlformats.org/officeDocument/2006/relationships/tags" Target="../tags/tag14.xml"/><Relationship Id="rId14" Type="http://schemas.openxmlformats.org/officeDocument/2006/relationships/theme" Target="../theme/theme2.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fffffff"/>
          <p:cNvPicPr>
            <a:picLocks noChangeAspect="1"/>
          </p:cNvPicPr>
          <p:nvPr userDrawn="1">
            <p:custDataLst>
              <p:tags r:id="rId2"/>
            </p:custDataLst>
          </p:nvPr>
        </p:nvPicPr>
        <p:blipFill>
          <a:blip r:embed="rId3">
            <a:duotone>
              <a:schemeClr val="accent1">
                <a:shade val="45000"/>
                <a:satMod val="135000"/>
              </a:schemeClr>
              <a:prstClr val="white"/>
            </a:duotone>
            <a:lum bright="6000" contrast="6000"/>
          </a:blip>
          <a:stretch>
            <a:fillRect/>
          </a:stretch>
        </p:blipFill>
        <p:spPr>
          <a:xfrm>
            <a:off x="6033" y="3572"/>
            <a:ext cx="1891598" cy="1348604"/>
          </a:xfrm>
          <a:prstGeom prst="rect">
            <a:avLst/>
          </a:prstGeom>
        </p:spPr>
      </p:pic>
      <p:pic>
        <p:nvPicPr>
          <p:cNvPr id="9" name="图片 8" descr="ffff"/>
          <p:cNvPicPr>
            <a:picLocks noChangeAspect="1"/>
          </p:cNvPicPr>
          <p:nvPr userDrawn="1">
            <p:custDataLst>
              <p:tags r:id="rId4"/>
            </p:custDataLst>
          </p:nvPr>
        </p:nvPicPr>
        <p:blipFill>
          <a:blip r:embed="rId5">
            <a:alphaModFix amt="70000"/>
            <a:duotone>
              <a:schemeClr val="accent1">
                <a:shade val="45000"/>
                <a:satMod val="135000"/>
              </a:schemeClr>
              <a:prstClr val="white"/>
            </a:duotone>
          </a:blip>
          <a:stretch>
            <a:fillRect/>
          </a:stretch>
        </p:blipFill>
        <p:spPr>
          <a:xfrm>
            <a:off x="10129840" y="3573"/>
            <a:ext cx="2055493" cy="1348604"/>
          </a:xfrm>
          <a:prstGeom prst="rect">
            <a:avLst/>
          </a:prstGeom>
        </p:spPr>
      </p:pic>
      <p:pic>
        <p:nvPicPr>
          <p:cNvPr id="10" name="图片 9" descr="ffffffffffff"/>
          <p:cNvPicPr>
            <a:picLocks noChangeAspect="1"/>
          </p:cNvPicPr>
          <p:nvPr userDrawn="1">
            <p:custDataLst>
              <p:tags r:id="rId6"/>
            </p:custDataLst>
          </p:nvPr>
        </p:nvPicPr>
        <p:blipFill>
          <a:blip r:embed="rId7">
            <a:alphaModFix amt="60000"/>
            <a:duotone>
              <a:schemeClr val="accent1">
                <a:shade val="45000"/>
                <a:satMod val="135000"/>
              </a:schemeClr>
              <a:prstClr val="white"/>
            </a:duotone>
          </a:blip>
          <a:stretch>
            <a:fillRect/>
          </a:stretch>
        </p:blipFill>
        <p:spPr>
          <a:xfrm>
            <a:off x="6034" y="6273305"/>
            <a:ext cx="1103749" cy="581123"/>
          </a:xfrm>
          <a:prstGeom prst="rect">
            <a:avLst/>
          </a:prstGeom>
        </p:spPr>
      </p:pic>
      <p:sp>
        <p:nvSpPr>
          <p:cNvPr id="2" name="标题占位符 1"/>
          <p:cNvSpPr>
            <a:spLocks noGrp="1"/>
          </p:cNvSpPr>
          <p:nvPr>
            <p:ph type="title"/>
            <p:custDataLst>
              <p:tags r:id="rId8"/>
            </p:custDataLst>
          </p:nvPr>
        </p:nvSpPr>
        <p:spPr>
          <a:xfrm>
            <a:off x="701268" y="363197"/>
            <a:ext cx="10788750" cy="71925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9"/>
            </p:custDataLst>
          </p:nvPr>
        </p:nvSpPr>
        <p:spPr>
          <a:xfrm>
            <a:off x="701268" y="1303965"/>
            <a:ext cx="10788750" cy="4868548"/>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0"/>
            </p:custDataLst>
          </p:nvPr>
        </p:nvSpPr>
        <p:spPr>
          <a:xfrm>
            <a:off x="701268" y="6353301"/>
            <a:ext cx="2740343" cy="36474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1"/>
            </p:custDataLst>
          </p:nvPr>
        </p:nvSpPr>
        <p:spPr>
          <a:xfrm>
            <a:off x="4040426" y="6353301"/>
            <a:ext cx="4110514" cy="36474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2"/>
            </p:custDataLst>
          </p:nvPr>
        </p:nvSpPr>
        <p:spPr>
          <a:xfrm>
            <a:off x="8750897" y="6353301"/>
            <a:ext cx="2740343" cy="36474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1" name="KSO_TEMPLATE" hidden="1"/>
          <p:cNvSpPr/>
          <p:nvPr userDrawn="1">
            <p:custDataLst>
              <p:tags r:id="rId13"/>
            </p:custDataLst>
          </p:nvPr>
        </p:nvSpPr>
        <p:spPr>
          <a:xfrm>
            <a:off x="6033" y="3572"/>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endParaRPr lang="zh-CN" altLang="en-US"/>
          </a:p>
        </p:txBody>
      </p:sp>
    </p:spTree>
  </p:cSld>
  <p:clrMap bg1="dk1" tx1="lt1" bg2="dk2" tx2="lt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100000"/>
        </a:lnSpc>
        <a:spcBef>
          <a:spcPct val="0"/>
        </a:spcBef>
        <a:buNone/>
        <a:defRPr sz="3200" b="1" kern="1200">
          <a:gradFill>
            <a:gsLst>
              <a:gs pos="33000">
                <a:schemeClr val="tx2"/>
              </a:gs>
              <a:gs pos="100000">
                <a:schemeClr val="accent1"/>
              </a:gs>
            </a:gsLst>
            <a:lin ang="2700000" scaled="0"/>
          </a:gra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2" Type="http://schemas.openxmlformats.org/officeDocument/2006/relationships/slideLayout" Target="../slideLayouts/slideLayout13.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4.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5" Type="http://schemas.openxmlformats.org/officeDocument/2006/relationships/slideLayout" Target="../slideLayouts/slideLayout7.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4.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6" Type="http://schemas.openxmlformats.org/officeDocument/2006/relationships/slideLayout" Target="../slideLayouts/slideLayout7.xml"/><Relationship Id="rId35" Type="http://schemas.openxmlformats.org/officeDocument/2006/relationships/tags" Target="../tags/tag98.xml"/><Relationship Id="rId34" Type="http://schemas.openxmlformats.org/officeDocument/2006/relationships/tags" Target="../tags/tag97.xml"/><Relationship Id="rId33" Type="http://schemas.openxmlformats.org/officeDocument/2006/relationships/tags" Target="../tags/tag96.xml"/><Relationship Id="rId32" Type="http://schemas.openxmlformats.org/officeDocument/2006/relationships/tags" Target="../tags/tag95.xml"/><Relationship Id="rId31" Type="http://schemas.openxmlformats.org/officeDocument/2006/relationships/tags" Target="../tags/tag94.xml"/><Relationship Id="rId30" Type="http://schemas.openxmlformats.org/officeDocument/2006/relationships/tags" Target="../tags/tag93.xml"/><Relationship Id="rId3" Type="http://schemas.openxmlformats.org/officeDocument/2006/relationships/tags" Target="../tags/tag66.xml"/><Relationship Id="rId29" Type="http://schemas.openxmlformats.org/officeDocument/2006/relationships/tags" Target="../tags/tag92.xml"/><Relationship Id="rId28" Type="http://schemas.openxmlformats.org/officeDocument/2006/relationships/tags" Target="../tags/tag91.xml"/><Relationship Id="rId27" Type="http://schemas.openxmlformats.org/officeDocument/2006/relationships/tags" Target="../tags/tag90.xml"/><Relationship Id="rId26" Type="http://schemas.openxmlformats.org/officeDocument/2006/relationships/tags" Target="../tags/tag89.xml"/><Relationship Id="rId25" Type="http://schemas.openxmlformats.org/officeDocument/2006/relationships/tags" Target="../tags/tag88.xml"/><Relationship Id="rId24" Type="http://schemas.openxmlformats.org/officeDocument/2006/relationships/tags" Target="../tags/tag87.xml"/><Relationship Id="rId23" Type="http://schemas.openxmlformats.org/officeDocument/2006/relationships/tags" Target="../tags/tag86.xml"/><Relationship Id="rId22" Type="http://schemas.openxmlformats.org/officeDocument/2006/relationships/tags" Target="../tags/tag85.xml"/><Relationship Id="rId21" Type="http://schemas.openxmlformats.org/officeDocument/2006/relationships/tags" Target="../tags/tag84.xml"/><Relationship Id="rId20" Type="http://schemas.openxmlformats.org/officeDocument/2006/relationships/tags" Target="../tags/tag83.xml"/><Relationship Id="rId2" Type="http://schemas.openxmlformats.org/officeDocument/2006/relationships/tags" Target="../tags/tag65.xml"/><Relationship Id="rId19" Type="http://schemas.openxmlformats.org/officeDocument/2006/relationships/tags" Target="../tags/tag82.xml"/><Relationship Id="rId18" Type="http://schemas.openxmlformats.org/officeDocument/2006/relationships/tags" Target="../tags/tag81.xml"/><Relationship Id="rId17" Type="http://schemas.openxmlformats.org/officeDocument/2006/relationships/tags" Target="../tags/tag80.xml"/><Relationship Id="rId16" Type="http://schemas.openxmlformats.org/officeDocument/2006/relationships/tags" Target="../tags/tag79.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tags" Target="../tags/tag64.xml"/></Relationships>
</file>

<file path=ppt/slides/_rels/slide9.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2" Type="http://schemas.openxmlformats.org/officeDocument/2006/relationships/slideLayout" Target="../slideLayouts/slideLayout7.xml"/><Relationship Id="rId71" Type="http://schemas.openxmlformats.org/officeDocument/2006/relationships/tags" Target="../tags/tag168.xml"/><Relationship Id="rId70" Type="http://schemas.openxmlformats.org/officeDocument/2006/relationships/tags" Target="../tags/tag167.xml"/><Relationship Id="rId7" Type="http://schemas.openxmlformats.org/officeDocument/2006/relationships/tags" Target="../tags/tag105.xml"/><Relationship Id="rId69" Type="http://schemas.openxmlformats.org/officeDocument/2006/relationships/tags" Target="../tags/tag166.xml"/><Relationship Id="rId68" Type="http://schemas.openxmlformats.org/officeDocument/2006/relationships/tags" Target="../tags/tag165.xml"/><Relationship Id="rId67" Type="http://schemas.openxmlformats.org/officeDocument/2006/relationships/tags" Target="../tags/tag164.xml"/><Relationship Id="rId66" Type="http://schemas.openxmlformats.org/officeDocument/2006/relationships/tags" Target="../tags/tag163.xml"/><Relationship Id="rId65" Type="http://schemas.openxmlformats.org/officeDocument/2006/relationships/tags" Target="../tags/tag162.xml"/><Relationship Id="rId64" Type="http://schemas.openxmlformats.org/officeDocument/2006/relationships/tags" Target="../tags/tag161.xml"/><Relationship Id="rId63" Type="http://schemas.openxmlformats.org/officeDocument/2006/relationships/tags" Target="../tags/tag160.xml"/><Relationship Id="rId62" Type="http://schemas.openxmlformats.org/officeDocument/2006/relationships/tags" Target="../tags/tag159.xml"/><Relationship Id="rId61" Type="http://schemas.openxmlformats.org/officeDocument/2006/relationships/tags" Target="../tags/tag158.xml"/><Relationship Id="rId60" Type="http://schemas.openxmlformats.org/officeDocument/2006/relationships/tags" Target="../tags/tag157.xml"/><Relationship Id="rId6" Type="http://schemas.openxmlformats.org/officeDocument/2006/relationships/tags" Target="../tags/tag104.xml"/><Relationship Id="rId59" Type="http://schemas.openxmlformats.org/officeDocument/2006/relationships/tags" Target="../tags/tag156.xml"/><Relationship Id="rId58" Type="http://schemas.openxmlformats.org/officeDocument/2006/relationships/tags" Target="../tags/tag155.xml"/><Relationship Id="rId57" Type="http://schemas.openxmlformats.org/officeDocument/2006/relationships/tags" Target="../tags/tag154.xml"/><Relationship Id="rId56" Type="http://schemas.openxmlformats.org/officeDocument/2006/relationships/tags" Target="../tags/tag153.xml"/><Relationship Id="rId55" Type="http://schemas.openxmlformats.org/officeDocument/2006/relationships/tags" Target="../tags/tag152.xml"/><Relationship Id="rId54" Type="http://schemas.openxmlformats.org/officeDocument/2006/relationships/tags" Target="../tags/tag151.xml"/><Relationship Id="rId53" Type="http://schemas.openxmlformats.org/officeDocument/2006/relationships/tags" Target="../tags/tag150.xml"/><Relationship Id="rId52" Type="http://schemas.openxmlformats.org/officeDocument/2006/relationships/tags" Target="../tags/tag149.xml"/><Relationship Id="rId51" Type="http://schemas.openxmlformats.org/officeDocument/2006/relationships/tags" Target="../tags/tag148.xml"/><Relationship Id="rId50" Type="http://schemas.openxmlformats.org/officeDocument/2006/relationships/tags" Target="../tags/tag147.xml"/><Relationship Id="rId5" Type="http://schemas.openxmlformats.org/officeDocument/2006/relationships/tags" Target="../tags/tag103.xml"/><Relationship Id="rId49" Type="http://schemas.openxmlformats.org/officeDocument/2006/relationships/tags" Target="../tags/tag146.xml"/><Relationship Id="rId48" Type="http://schemas.openxmlformats.org/officeDocument/2006/relationships/tags" Target="../tags/tag145.xml"/><Relationship Id="rId47" Type="http://schemas.openxmlformats.org/officeDocument/2006/relationships/tags" Target="../tags/tag144.xml"/><Relationship Id="rId46" Type="http://schemas.openxmlformats.org/officeDocument/2006/relationships/tags" Target="../tags/tag143.xml"/><Relationship Id="rId45" Type="http://schemas.openxmlformats.org/officeDocument/2006/relationships/tags" Target="../tags/tag142.xml"/><Relationship Id="rId44" Type="http://schemas.openxmlformats.org/officeDocument/2006/relationships/tags" Target="../tags/tag141.xml"/><Relationship Id="rId43" Type="http://schemas.openxmlformats.org/officeDocument/2006/relationships/tags" Target="../tags/tag140.xml"/><Relationship Id="rId42" Type="http://schemas.openxmlformats.org/officeDocument/2006/relationships/tags" Target="../tags/tag139.xml"/><Relationship Id="rId41" Type="http://schemas.openxmlformats.org/officeDocument/2006/relationships/tags" Target="../tags/tag138.xml"/><Relationship Id="rId40" Type="http://schemas.openxmlformats.org/officeDocument/2006/relationships/tags" Target="../tags/tag137.xml"/><Relationship Id="rId4" Type="http://schemas.openxmlformats.org/officeDocument/2006/relationships/tags" Target="../tags/tag102.xml"/><Relationship Id="rId39" Type="http://schemas.openxmlformats.org/officeDocument/2006/relationships/tags" Target="../tags/tag136.xml"/><Relationship Id="rId38" Type="http://schemas.openxmlformats.org/officeDocument/2006/relationships/tags" Target="../tags/tag135.xml"/><Relationship Id="rId37" Type="http://schemas.openxmlformats.org/officeDocument/2006/relationships/tags" Target="../tags/tag134.xml"/><Relationship Id="rId36" Type="http://schemas.openxmlformats.org/officeDocument/2006/relationships/tags" Target="../tags/tag133.xml"/><Relationship Id="rId35" Type="http://schemas.openxmlformats.org/officeDocument/2006/relationships/tags" Target="../tags/tag132.xml"/><Relationship Id="rId34" Type="http://schemas.openxmlformats.org/officeDocument/2006/relationships/tags" Target="../tags/tag131.xml"/><Relationship Id="rId33" Type="http://schemas.openxmlformats.org/officeDocument/2006/relationships/tags" Target="../tags/tag130.xml"/><Relationship Id="rId32" Type="http://schemas.openxmlformats.org/officeDocument/2006/relationships/tags" Target="../tags/tag129.xml"/><Relationship Id="rId31" Type="http://schemas.openxmlformats.org/officeDocument/2006/relationships/tags" Target="../tags/tag128.xml"/><Relationship Id="rId30" Type="http://schemas.openxmlformats.org/officeDocument/2006/relationships/tags" Target="../tags/tag127.xml"/><Relationship Id="rId3" Type="http://schemas.openxmlformats.org/officeDocument/2006/relationships/tags" Target="../tags/tag101.xml"/><Relationship Id="rId29" Type="http://schemas.openxmlformats.org/officeDocument/2006/relationships/tags" Target="../tags/tag126.xml"/><Relationship Id="rId28" Type="http://schemas.openxmlformats.org/officeDocument/2006/relationships/tags" Target="../tags/tag125.xml"/><Relationship Id="rId27" Type="http://schemas.openxmlformats.org/officeDocument/2006/relationships/tags" Target="../tags/tag124.xml"/><Relationship Id="rId26" Type="http://schemas.openxmlformats.org/officeDocument/2006/relationships/tags" Target="../tags/tag123.xml"/><Relationship Id="rId25" Type="http://schemas.openxmlformats.org/officeDocument/2006/relationships/tags" Target="../tags/tag122.xml"/><Relationship Id="rId24" Type="http://schemas.openxmlformats.org/officeDocument/2006/relationships/tags" Target="../tags/tag121.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tags" Target="../tags/tag100.xml"/><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image" Target="../media/image6.png"/><Relationship Id="rId1" Type="http://schemas.openxmlformats.org/officeDocument/2006/relationships/tags" Target="../tags/tag99.xml"/></Relationships>
</file>

<file path=ppt/slides/_rels/slide10.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7" Type="http://schemas.openxmlformats.org/officeDocument/2006/relationships/slideLayout" Target="../slideLayouts/slideLayout7.xml"/><Relationship Id="rId26" Type="http://schemas.openxmlformats.org/officeDocument/2006/relationships/tags" Target="../tags/tag194.xml"/><Relationship Id="rId25" Type="http://schemas.openxmlformats.org/officeDocument/2006/relationships/tags" Target="../tags/tag193.xml"/><Relationship Id="rId24" Type="http://schemas.openxmlformats.org/officeDocument/2006/relationships/tags" Target="../tags/tag192.xml"/><Relationship Id="rId23" Type="http://schemas.openxmlformats.org/officeDocument/2006/relationships/tags" Target="../tags/tag191.xml"/><Relationship Id="rId22" Type="http://schemas.openxmlformats.org/officeDocument/2006/relationships/tags" Target="../tags/tag190.xml"/><Relationship Id="rId21" Type="http://schemas.openxmlformats.org/officeDocument/2006/relationships/tags" Target="../tags/tag189.xml"/><Relationship Id="rId20" Type="http://schemas.openxmlformats.org/officeDocument/2006/relationships/tags" Target="../tags/tag188.xml"/><Relationship Id="rId2" Type="http://schemas.openxmlformats.org/officeDocument/2006/relationships/tags" Target="../tags/tag170.xml"/><Relationship Id="rId19" Type="http://schemas.openxmlformats.org/officeDocument/2006/relationships/tags" Target="../tags/tag187.xml"/><Relationship Id="rId18" Type="http://schemas.openxmlformats.org/officeDocument/2006/relationships/tags" Target="../tags/tag186.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9" Type="http://schemas.openxmlformats.org/officeDocument/2006/relationships/notesSlide" Target="../notesSlides/notesSlide1.xml"/><Relationship Id="rId18" Type="http://schemas.openxmlformats.org/officeDocument/2006/relationships/slideLayout" Target="../slideLayouts/slideLayout7.xml"/><Relationship Id="rId17" Type="http://schemas.openxmlformats.org/officeDocument/2006/relationships/tags" Target="../tags/tag209.xml"/><Relationship Id="rId16" Type="http://schemas.openxmlformats.org/officeDocument/2006/relationships/tags" Target="../tags/tag208.xml"/><Relationship Id="rId15" Type="http://schemas.openxmlformats.org/officeDocument/2006/relationships/tags" Target="../tags/tag207.xml"/><Relationship Id="rId14" Type="http://schemas.openxmlformats.org/officeDocument/2006/relationships/tags" Target="../tags/tag206.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tags" Target="../tags/tag195.xml"/></Relationships>
</file>

<file path=ppt/slides/_rels/slide13.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2" Type="http://schemas.openxmlformats.org/officeDocument/2006/relationships/notesSlide" Target="../notesSlides/notesSlide2.xml"/><Relationship Id="rId21" Type="http://schemas.openxmlformats.org/officeDocument/2006/relationships/slideLayout" Target="../slideLayouts/slideLayout7.xml"/><Relationship Id="rId20" Type="http://schemas.openxmlformats.org/officeDocument/2006/relationships/tags" Target="../tags/tag229.xml"/><Relationship Id="rId2" Type="http://schemas.openxmlformats.org/officeDocument/2006/relationships/tags" Target="../tags/tag211.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14.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2" Type="http://schemas.openxmlformats.org/officeDocument/2006/relationships/notesSlide" Target="../notesSlides/notesSlide3.xml"/><Relationship Id="rId21" Type="http://schemas.openxmlformats.org/officeDocument/2006/relationships/slideLayout" Target="../slideLayouts/slideLayout12.xml"/><Relationship Id="rId20" Type="http://schemas.openxmlformats.org/officeDocument/2006/relationships/tags" Target="../tags/tag249.xml"/><Relationship Id="rId2" Type="http://schemas.openxmlformats.org/officeDocument/2006/relationships/tags" Target="../tags/tag231.xml"/><Relationship Id="rId19" Type="http://schemas.openxmlformats.org/officeDocument/2006/relationships/tags" Target="../tags/tag248.xml"/><Relationship Id="rId18" Type="http://schemas.openxmlformats.org/officeDocument/2006/relationships/tags" Target="../tags/tag247.xml"/><Relationship Id="rId17" Type="http://schemas.openxmlformats.org/officeDocument/2006/relationships/tags" Target="../tags/tag246.xml"/><Relationship Id="rId16" Type="http://schemas.openxmlformats.org/officeDocument/2006/relationships/tags" Target="../tags/tag245.xml"/><Relationship Id="rId15" Type="http://schemas.openxmlformats.org/officeDocument/2006/relationships/tags" Target="../tags/tag244.xml"/><Relationship Id="rId14" Type="http://schemas.openxmlformats.org/officeDocument/2006/relationships/tags" Target="../tags/tag243.xml"/><Relationship Id="rId13" Type="http://schemas.openxmlformats.org/officeDocument/2006/relationships/tags" Target="../tags/tag242.xml"/><Relationship Id="rId12" Type="http://schemas.openxmlformats.org/officeDocument/2006/relationships/tags" Target="../tags/tag241.xml"/><Relationship Id="rId11" Type="http://schemas.openxmlformats.org/officeDocument/2006/relationships/tags" Target="../tags/tag240.xml"/><Relationship Id="rId10" Type="http://schemas.openxmlformats.org/officeDocument/2006/relationships/tags" Target="../tags/tag239.xml"/><Relationship Id="rId1" Type="http://schemas.openxmlformats.org/officeDocument/2006/relationships/tags" Target="../tags/tag230.xml"/></Relationships>
</file>

<file path=ppt/slides/_rels/slide15.xml.rels><?xml version="1.0" encoding="UTF-8" standalone="yes"?>
<Relationships xmlns="http://schemas.openxmlformats.org/package/2006/relationships"><Relationship Id="rId9" Type="http://schemas.openxmlformats.org/officeDocument/2006/relationships/tags" Target="../tags/tag258.xml"/><Relationship Id="rId8" Type="http://schemas.openxmlformats.org/officeDocument/2006/relationships/tags" Target="../tags/tag25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3" Type="http://schemas.openxmlformats.org/officeDocument/2006/relationships/slideLayout" Target="../slideLayouts/slideLayout7.xml"/><Relationship Id="rId12" Type="http://schemas.openxmlformats.org/officeDocument/2006/relationships/tags" Target="../tags/tag261.xml"/><Relationship Id="rId11" Type="http://schemas.openxmlformats.org/officeDocument/2006/relationships/tags" Target="../tags/tag260.xml"/><Relationship Id="rId10" Type="http://schemas.openxmlformats.org/officeDocument/2006/relationships/tags" Target="../tags/tag259.xml"/><Relationship Id="rId1" Type="http://schemas.openxmlformats.org/officeDocument/2006/relationships/tags" Target="../tags/tag250.xml"/></Relationships>
</file>

<file path=ppt/slides/_rels/slide16.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7" Type="http://schemas.openxmlformats.org/officeDocument/2006/relationships/slideLayout" Target="../slideLayouts/slideLayout7.xml"/><Relationship Id="rId36" Type="http://schemas.openxmlformats.org/officeDocument/2006/relationships/tags" Target="../tags/tag297.xml"/><Relationship Id="rId35" Type="http://schemas.openxmlformats.org/officeDocument/2006/relationships/tags" Target="../tags/tag296.xml"/><Relationship Id="rId34" Type="http://schemas.openxmlformats.org/officeDocument/2006/relationships/tags" Target="../tags/tag295.xml"/><Relationship Id="rId33" Type="http://schemas.openxmlformats.org/officeDocument/2006/relationships/tags" Target="../tags/tag294.xml"/><Relationship Id="rId32" Type="http://schemas.openxmlformats.org/officeDocument/2006/relationships/tags" Target="../tags/tag293.xml"/><Relationship Id="rId31" Type="http://schemas.openxmlformats.org/officeDocument/2006/relationships/tags" Target="../tags/tag292.xml"/><Relationship Id="rId30" Type="http://schemas.openxmlformats.org/officeDocument/2006/relationships/tags" Target="../tags/tag291.xml"/><Relationship Id="rId3" Type="http://schemas.openxmlformats.org/officeDocument/2006/relationships/tags" Target="../tags/tag264.xml"/><Relationship Id="rId29" Type="http://schemas.openxmlformats.org/officeDocument/2006/relationships/tags" Target="../tags/tag290.xml"/><Relationship Id="rId28" Type="http://schemas.openxmlformats.org/officeDocument/2006/relationships/tags" Target="../tags/tag289.xml"/><Relationship Id="rId27" Type="http://schemas.openxmlformats.org/officeDocument/2006/relationships/tags" Target="../tags/tag288.xml"/><Relationship Id="rId26" Type="http://schemas.openxmlformats.org/officeDocument/2006/relationships/tags" Target="../tags/tag287.xml"/><Relationship Id="rId25" Type="http://schemas.openxmlformats.org/officeDocument/2006/relationships/tags" Target="../tags/tag286.xml"/><Relationship Id="rId24" Type="http://schemas.openxmlformats.org/officeDocument/2006/relationships/tags" Target="../tags/tag285.xml"/><Relationship Id="rId23" Type="http://schemas.openxmlformats.org/officeDocument/2006/relationships/tags" Target="../tags/tag284.xml"/><Relationship Id="rId22" Type="http://schemas.openxmlformats.org/officeDocument/2006/relationships/tags" Target="../tags/tag283.xml"/><Relationship Id="rId21" Type="http://schemas.openxmlformats.org/officeDocument/2006/relationships/tags" Target="../tags/tag282.xml"/><Relationship Id="rId20" Type="http://schemas.openxmlformats.org/officeDocument/2006/relationships/tags" Target="../tags/tag281.xml"/><Relationship Id="rId2" Type="http://schemas.openxmlformats.org/officeDocument/2006/relationships/tags" Target="../tags/tag263.xml"/><Relationship Id="rId19" Type="http://schemas.openxmlformats.org/officeDocument/2006/relationships/tags" Target="../tags/tag280.xml"/><Relationship Id="rId18" Type="http://schemas.openxmlformats.org/officeDocument/2006/relationships/tags" Target="../tags/tag279.xml"/><Relationship Id="rId17" Type="http://schemas.openxmlformats.org/officeDocument/2006/relationships/tags" Target="../tags/tag278.xml"/><Relationship Id="rId16" Type="http://schemas.openxmlformats.org/officeDocument/2006/relationships/tags" Target="../tags/tag277.xml"/><Relationship Id="rId15" Type="http://schemas.openxmlformats.org/officeDocument/2006/relationships/tags" Target="../tags/tag276.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tags" Target="../tags/tag262.xml"/></Relationships>
</file>

<file path=ppt/slides/_rels/slide17.xml.rels><?xml version="1.0" encoding="UTF-8" standalone="yes"?>
<Relationships xmlns="http://schemas.openxmlformats.org/package/2006/relationships"><Relationship Id="rId9" Type="http://schemas.openxmlformats.org/officeDocument/2006/relationships/tags" Target="../tags/tag304.xml"/><Relationship Id="rId8" Type="http://schemas.openxmlformats.org/officeDocument/2006/relationships/tags" Target="../tags/tag303.xml"/><Relationship Id="rId7" Type="http://schemas.openxmlformats.org/officeDocument/2006/relationships/image" Target="../media/image9.svg"/><Relationship Id="rId6" Type="http://schemas.openxmlformats.org/officeDocument/2006/relationships/image" Target="../media/image7.png"/><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6" Type="http://schemas.openxmlformats.org/officeDocument/2006/relationships/notesSlide" Target="../notesSlides/notesSlide4.xml"/><Relationship Id="rId15" Type="http://schemas.openxmlformats.org/officeDocument/2006/relationships/slideLayout" Target="../slideLayouts/slideLayout7.xml"/><Relationship Id="rId14" Type="http://schemas.openxmlformats.org/officeDocument/2006/relationships/tags" Target="../tags/tag309.xml"/><Relationship Id="rId13" Type="http://schemas.openxmlformats.org/officeDocument/2006/relationships/tags" Target="../tags/tag308.xml"/><Relationship Id="rId12" Type="http://schemas.openxmlformats.org/officeDocument/2006/relationships/tags" Target="../tags/tag307.xml"/><Relationship Id="rId11" Type="http://schemas.openxmlformats.org/officeDocument/2006/relationships/tags" Target="../tags/tag306.xml"/><Relationship Id="rId10" Type="http://schemas.openxmlformats.org/officeDocument/2006/relationships/tags" Target="../tags/tag305.xml"/><Relationship Id="rId1" Type="http://schemas.openxmlformats.org/officeDocument/2006/relationships/tags" Target="../tags/tag29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tags" Target="../tags/tag316.xml"/><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7" Type="http://schemas.openxmlformats.org/officeDocument/2006/relationships/slideLayout" Target="../slideLayouts/slideLayout7.xml"/><Relationship Id="rId36" Type="http://schemas.openxmlformats.org/officeDocument/2006/relationships/tags" Target="../tags/tag333.xml"/><Relationship Id="rId35" Type="http://schemas.openxmlformats.org/officeDocument/2006/relationships/image" Target="../media/image21.svg"/><Relationship Id="rId34" Type="http://schemas.openxmlformats.org/officeDocument/2006/relationships/image" Target="../media/image20.png"/><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12.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image" Target="../media/image19.svg"/><Relationship Id="rId25" Type="http://schemas.openxmlformats.org/officeDocument/2006/relationships/image" Target="../media/image18.png"/><Relationship Id="rId24" Type="http://schemas.openxmlformats.org/officeDocument/2006/relationships/tags" Target="../tags/tag325.xml"/><Relationship Id="rId23" Type="http://schemas.openxmlformats.org/officeDocument/2006/relationships/image" Target="../media/image17.svg"/><Relationship Id="rId22" Type="http://schemas.openxmlformats.org/officeDocument/2006/relationships/image" Target="../media/image16.png"/><Relationship Id="rId21" Type="http://schemas.openxmlformats.org/officeDocument/2006/relationships/tags" Target="../tags/tag324.xml"/><Relationship Id="rId20" Type="http://schemas.openxmlformats.org/officeDocument/2006/relationships/image" Target="../media/image15.svg"/><Relationship Id="rId2" Type="http://schemas.openxmlformats.org/officeDocument/2006/relationships/tags" Target="../tags/tag311.xml"/><Relationship Id="rId19" Type="http://schemas.openxmlformats.org/officeDocument/2006/relationships/image" Target="../media/image14.png"/><Relationship Id="rId18" Type="http://schemas.openxmlformats.org/officeDocument/2006/relationships/tags" Target="../tags/tag323.xml"/><Relationship Id="rId17" Type="http://schemas.openxmlformats.org/officeDocument/2006/relationships/tags" Target="../tags/tag322.xml"/><Relationship Id="rId16" Type="http://schemas.openxmlformats.org/officeDocument/2006/relationships/tags" Target="../tags/tag321.xml"/><Relationship Id="rId15" Type="http://schemas.openxmlformats.org/officeDocument/2006/relationships/image" Target="../media/image13.svg"/><Relationship Id="rId14" Type="http://schemas.openxmlformats.org/officeDocument/2006/relationships/image" Target="../media/image12.png"/><Relationship Id="rId13" Type="http://schemas.openxmlformats.org/officeDocument/2006/relationships/tags" Target="../tags/tag320.xml"/><Relationship Id="rId12" Type="http://schemas.openxmlformats.org/officeDocument/2006/relationships/image" Target="../media/image11.svg"/><Relationship Id="rId11" Type="http://schemas.openxmlformats.org/officeDocument/2006/relationships/image" Target="../media/image10.png"/><Relationship Id="rId10" Type="http://schemas.openxmlformats.org/officeDocument/2006/relationships/tags" Target="../tags/tag319.xml"/><Relationship Id="rId1" Type="http://schemas.openxmlformats.org/officeDocument/2006/relationships/tags" Target="../tags/tag310.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9" Type="http://schemas.openxmlformats.org/officeDocument/2006/relationships/tags" Target="../tags/tag348.xml"/><Relationship Id="rId8" Type="http://schemas.openxmlformats.org/officeDocument/2006/relationships/tags" Target="../tags/tag34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6" Type="http://schemas.openxmlformats.org/officeDocument/2006/relationships/notesSlide" Target="../notesSlides/notesSlide5.xml"/><Relationship Id="rId15" Type="http://schemas.openxmlformats.org/officeDocument/2006/relationships/slideLayout" Target="../slideLayouts/slideLayout7.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tags" Target="../tags/tag349.xml"/><Relationship Id="rId1" Type="http://schemas.openxmlformats.org/officeDocument/2006/relationships/tags" Target="../tags/tag340.xml"/></Relationships>
</file>

<file path=ppt/slides/_rels/slide23.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tags" Target="../tags/tag366.xml"/><Relationship Id="rId12" Type="http://schemas.openxmlformats.org/officeDocument/2006/relationships/tags" Target="../tags/tag365.xml"/><Relationship Id="rId11" Type="http://schemas.openxmlformats.org/officeDocument/2006/relationships/tags" Target="../tags/tag364.xml"/><Relationship Id="rId10" Type="http://schemas.openxmlformats.org/officeDocument/2006/relationships/tags" Target="../tags/tag363.xml"/><Relationship Id="rId1" Type="http://schemas.openxmlformats.org/officeDocument/2006/relationships/tags" Target="../tags/tag35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9" Type="http://schemas.openxmlformats.org/officeDocument/2006/relationships/tags" Target="../tags/tag375.xml"/><Relationship Id="rId8" Type="http://schemas.openxmlformats.org/officeDocument/2006/relationships/tags" Target="../tags/tag374.xml"/><Relationship Id="rId7" Type="http://schemas.openxmlformats.org/officeDocument/2006/relationships/tags" Target="../tags/tag373.xml"/><Relationship Id="rId6" Type="http://schemas.openxmlformats.org/officeDocument/2006/relationships/tags" Target="../tags/tag372.xml"/><Relationship Id="rId5" Type="http://schemas.openxmlformats.org/officeDocument/2006/relationships/tags" Target="../tags/tag371.xml"/><Relationship Id="rId42" Type="http://schemas.openxmlformats.org/officeDocument/2006/relationships/slideLayout" Target="../slideLayouts/slideLayout7.xml"/><Relationship Id="rId41" Type="http://schemas.openxmlformats.org/officeDocument/2006/relationships/tags" Target="../tags/tag393.xml"/><Relationship Id="rId40" Type="http://schemas.openxmlformats.org/officeDocument/2006/relationships/image" Target="../media/image35.svg"/><Relationship Id="rId4" Type="http://schemas.openxmlformats.org/officeDocument/2006/relationships/tags" Target="../tags/tag370.xml"/><Relationship Id="rId39" Type="http://schemas.openxmlformats.org/officeDocument/2006/relationships/image" Target="../media/image34.png"/><Relationship Id="rId38" Type="http://schemas.openxmlformats.org/officeDocument/2006/relationships/tags" Target="../tags/tag392.xml"/><Relationship Id="rId37" Type="http://schemas.openxmlformats.org/officeDocument/2006/relationships/image" Target="../media/image33.svg"/><Relationship Id="rId36" Type="http://schemas.openxmlformats.org/officeDocument/2006/relationships/image" Target="../media/image32.png"/><Relationship Id="rId35" Type="http://schemas.openxmlformats.org/officeDocument/2006/relationships/tags" Target="../tags/tag391.xml"/><Relationship Id="rId34" Type="http://schemas.openxmlformats.org/officeDocument/2006/relationships/image" Target="../media/image31.svg"/><Relationship Id="rId33" Type="http://schemas.openxmlformats.org/officeDocument/2006/relationships/image" Target="../media/image30.png"/><Relationship Id="rId32" Type="http://schemas.openxmlformats.org/officeDocument/2006/relationships/tags" Target="../tags/tag390.xml"/><Relationship Id="rId31" Type="http://schemas.openxmlformats.org/officeDocument/2006/relationships/image" Target="../media/image29.svg"/><Relationship Id="rId30" Type="http://schemas.openxmlformats.org/officeDocument/2006/relationships/image" Target="../media/image28.png"/><Relationship Id="rId3" Type="http://schemas.openxmlformats.org/officeDocument/2006/relationships/tags" Target="../tags/tag369.xml"/><Relationship Id="rId29" Type="http://schemas.openxmlformats.org/officeDocument/2006/relationships/tags" Target="../tags/tag389.xml"/><Relationship Id="rId28" Type="http://schemas.openxmlformats.org/officeDocument/2006/relationships/image" Target="../media/image27.svg"/><Relationship Id="rId27" Type="http://schemas.openxmlformats.org/officeDocument/2006/relationships/image" Target="../media/image26.png"/><Relationship Id="rId26" Type="http://schemas.openxmlformats.org/officeDocument/2006/relationships/tags" Target="../tags/tag388.xml"/><Relationship Id="rId25" Type="http://schemas.openxmlformats.org/officeDocument/2006/relationships/image" Target="../media/image25.svg"/><Relationship Id="rId24" Type="http://schemas.openxmlformats.org/officeDocument/2006/relationships/image" Target="../media/image24.png"/><Relationship Id="rId23" Type="http://schemas.openxmlformats.org/officeDocument/2006/relationships/tags" Target="../tags/tag387.xml"/><Relationship Id="rId22" Type="http://schemas.openxmlformats.org/officeDocument/2006/relationships/image" Target="../media/image23.svg"/><Relationship Id="rId21" Type="http://schemas.openxmlformats.org/officeDocument/2006/relationships/image" Target="../media/image22.png"/><Relationship Id="rId20" Type="http://schemas.openxmlformats.org/officeDocument/2006/relationships/tags" Target="../tags/tag386.xml"/><Relationship Id="rId2" Type="http://schemas.openxmlformats.org/officeDocument/2006/relationships/tags" Target="../tags/tag368.xml"/><Relationship Id="rId19" Type="http://schemas.openxmlformats.org/officeDocument/2006/relationships/tags" Target="../tags/tag385.xml"/><Relationship Id="rId18" Type="http://schemas.openxmlformats.org/officeDocument/2006/relationships/tags" Target="../tags/tag384.xml"/><Relationship Id="rId17" Type="http://schemas.openxmlformats.org/officeDocument/2006/relationships/tags" Target="../tags/tag383.xml"/><Relationship Id="rId16" Type="http://schemas.openxmlformats.org/officeDocument/2006/relationships/tags" Target="../tags/tag382.xml"/><Relationship Id="rId15" Type="http://schemas.openxmlformats.org/officeDocument/2006/relationships/tags" Target="../tags/tag381.xml"/><Relationship Id="rId14" Type="http://schemas.openxmlformats.org/officeDocument/2006/relationships/tags" Target="../tags/tag380.xml"/><Relationship Id="rId13" Type="http://schemas.openxmlformats.org/officeDocument/2006/relationships/tags" Target="../tags/tag379.xml"/><Relationship Id="rId12" Type="http://schemas.openxmlformats.org/officeDocument/2006/relationships/tags" Target="../tags/tag378.xml"/><Relationship Id="rId11" Type="http://schemas.openxmlformats.org/officeDocument/2006/relationships/tags" Target="../tags/tag377.xml"/><Relationship Id="rId10" Type="http://schemas.openxmlformats.org/officeDocument/2006/relationships/tags" Target="../tags/tag376.xml"/><Relationship Id="rId1" Type="http://schemas.openxmlformats.org/officeDocument/2006/relationships/tags" Target="../tags/tag367.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395.xml"/><Relationship Id="rId2" Type="http://schemas.openxmlformats.org/officeDocument/2006/relationships/image" Target="../media/image36.png"/><Relationship Id="rId1" Type="http://schemas.openxmlformats.org/officeDocument/2006/relationships/tags" Target="../tags/tag394.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tags" Target="../tags/tag396.xml"/><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7.xml"/><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8.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9.xml"/><Relationship Id="rId1"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0.xml"/><Relationship Id="rId1" Type="http://schemas.openxmlformats.org/officeDocument/2006/relationships/image" Target="../media/image41.png"/></Relationships>
</file>

<file path=ppt/slides/_rels/slide32.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tags" Target="../tags/tag405.xml"/><Relationship Id="rId4" Type="http://schemas.openxmlformats.org/officeDocument/2006/relationships/tags" Target="../tags/tag404.xml"/><Relationship Id="rId36" Type="http://schemas.openxmlformats.org/officeDocument/2006/relationships/notesSlide" Target="../notesSlides/notesSlide8.xml"/><Relationship Id="rId35" Type="http://schemas.openxmlformats.org/officeDocument/2006/relationships/slideLayout" Target="../slideLayouts/slideLayout7.xml"/><Relationship Id="rId34" Type="http://schemas.openxmlformats.org/officeDocument/2006/relationships/tags" Target="../tags/tag426.xml"/><Relationship Id="rId33" Type="http://schemas.openxmlformats.org/officeDocument/2006/relationships/image" Target="../media/image49.svg"/><Relationship Id="rId32" Type="http://schemas.openxmlformats.org/officeDocument/2006/relationships/image" Target="../media/image48.png"/><Relationship Id="rId31" Type="http://schemas.openxmlformats.org/officeDocument/2006/relationships/tags" Target="../tags/tag425.xml"/><Relationship Id="rId30" Type="http://schemas.openxmlformats.org/officeDocument/2006/relationships/tags" Target="../tags/tag424.xml"/><Relationship Id="rId3" Type="http://schemas.openxmlformats.org/officeDocument/2006/relationships/tags" Target="../tags/tag403.xml"/><Relationship Id="rId29" Type="http://schemas.openxmlformats.org/officeDocument/2006/relationships/image" Target="../media/image47.svg"/><Relationship Id="rId28" Type="http://schemas.openxmlformats.org/officeDocument/2006/relationships/image" Target="../media/image46.png"/><Relationship Id="rId27" Type="http://schemas.openxmlformats.org/officeDocument/2006/relationships/tags" Target="../tags/tag423.xml"/><Relationship Id="rId26" Type="http://schemas.openxmlformats.org/officeDocument/2006/relationships/image" Target="../media/image45.svg"/><Relationship Id="rId25" Type="http://schemas.openxmlformats.org/officeDocument/2006/relationships/image" Target="../media/image44.png"/><Relationship Id="rId24" Type="http://schemas.openxmlformats.org/officeDocument/2006/relationships/tags" Target="../tags/tag422.xml"/><Relationship Id="rId23" Type="http://schemas.openxmlformats.org/officeDocument/2006/relationships/image" Target="../media/image43.svg"/><Relationship Id="rId22" Type="http://schemas.openxmlformats.org/officeDocument/2006/relationships/image" Target="../media/image42.png"/><Relationship Id="rId21" Type="http://schemas.openxmlformats.org/officeDocument/2006/relationships/tags" Target="../tags/tag421.xml"/><Relationship Id="rId20" Type="http://schemas.openxmlformats.org/officeDocument/2006/relationships/tags" Target="../tags/tag420.xml"/><Relationship Id="rId2" Type="http://schemas.openxmlformats.org/officeDocument/2006/relationships/tags" Target="../tags/tag402.xml"/><Relationship Id="rId19" Type="http://schemas.openxmlformats.org/officeDocument/2006/relationships/tags" Target="../tags/tag419.xml"/><Relationship Id="rId18" Type="http://schemas.openxmlformats.org/officeDocument/2006/relationships/tags" Target="../tags/tag418.xml"/><Relationship Id="rId17" Type="http://schemas.openxmlformats.org/officeDocument/2006/relationships/tags" Target="../tags/tag417.xml"/><Relationship Id="rId16" Type="http://schemas.openxmlformats.org/officeDocument/2006/relationships/tags" Target="../tags/tag416.xml"/><Relationship Id="rId15" Type="http://schemas.openxmlformats.org/officeDocument/2006/relationships/tags" Target="../tags/tag415.xml"/><Relationship Id="rId14" Type="http://schemas.openxmlformats.org/officeDocument/2006/relationships/tags" Target="../tags/tag414.xml"/><Relationship Id="rId13" Type="http://schemas.openxmlformats.org/officeDocument/2006/relationships/tags" Target="../tags/tag413.xml"/><Relationship Id="rId12" Type="http://schemas.openxmlformats.org/officeDocument/2006/relationships/tags" Target="../tags/tag412.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tags" Target="../tags/tag40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0"/>
            <a:ext cx="18288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058400" cy="1097280"/>
          </a:xfrm>
          <a:prstGeom prst="rect">
            <a:avLst/>
          </a:prstGeom>
          <a:noFill/>
        </p:spPr>
        <p:txBody>
          <a:bodyPr wrap="none">
            <a:spAutoFit/>
          </a:bodyPr>
          <a:lstStyle/>
          <a:p>
            <a:pPr>
              <a:defRPr sz="4400" b="1">
                <a:solidFill>
                  <a:srgbClr val="FFFFFF"/>
                </a:solidFill>
              </a:defRPr>
            </a:pPr>
            <a:r>
              <a:t>ResearcherNexus</a:t>
            </a:r>
          </a:p>
        </p:txBody>
      </p:sp>
      <p:sp>
        <p:nvSpPr>
          <p:cNvPr id="5" name="TextBox 4"/>
          <p:cNvSpPr txBox="1"/>
          <p:nvPr/>
        </p:nvSpPr>
        <p:spPr>
          <a:xfrm>
            <a:off x="731520" y="3474720"/>
            <a:ext cx="10058400" cy="731520"/>
          </a:xfrm>
          <a:prstGeom prst="rect">
            <a:avLst/>
          </a:prstGeom>
          <a:noFill/>
        </p:spPr>
        <p:txBody>
          <a:bodyPr wrap="none">
            <a:spAutoFit/>
          </a:bodyPr>
          <a:lstStyle/>
          <a:p>
            <a:pPr>
              <a:defRPr sz="2400">
                <a:solidFill>
                  <a:srgbClr val="BFDBFE"/>
                </a:solidFill>
              </a:defRPr>
            </a:pPr>
            <a:r>
              <a:t>AI驱动的智能研究自动化平台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69010" y="0"/>
            <a:ext cx="1035748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目录</a:t>
            </a:r>
            <a:endParaRPr lang="zh-CN" altLang="en-US"/>
          </a:p>
        </p:txBody>
      </p:sp>
      <p:sp>
        <p:nvSpPr>
          <p:cNvPr id="18" name="任意多边形: 形状 17"/>
          <p:cNvSpPr/>
          <p:nvPr>
            <p:custDataLst>
              <p:tags r:id="rId2"/>
            </p:custDataLst>
          </p:nvPr>
        </p:nvSpPr>
        <p:spPr>
          <a:xfrm>
            <a:off x="3599424" y="1478490"/>
            <a:ext cx="4886406" cy="692194"/>
          </a:xfrm>
          <a:custGeom>
            <a:avLst/>
            <a:gdLst>
              <a:gd name="connsiteX0" fmla="*/ 921004 w 4891501"/>
              <a:gd name="connsiteY0" fmla="*/ 123704 h 692916"/>
              <a:gd name="connsiteX1" fmla="*/ 788866 w 4891501"/>
              <a:gd name="connsiteY1" fmla="*/ 185989 h 692916"/>
              <a:gd name="connsiteX2" fmla="*/ 740638 w 4891501"/>
              <a:gd name="connsiteY2" fmla="*/ 347323 h 692916"/>
              <a:gd name="connsiteX3" fmla="*/ 787784 w 4891501"/>
              <a:gd name="connsiteY3" fmla="*/ 507144 h 692916"/>
              <a:gd name="connsiteX4" fmla="*/ 917111 w 4891501"/>
              <a:gd name="connsiteY4" fmla="*/ 569212 h 692916"/>
              <a:gd name="connsiteX5" fmla="*/ 1047736 w 4891501"/>
              <a:gd name="connsiteY5" fmla="*/ 509739 h 692916"/>
              <a:gd name="connsiteX6" fmla="*/ 1094449 w 4891501"/>
              <a:gd name="connsiteY6" fmla="*/ 349918 h 692916"/>
              <a:gd name="connsiteX7" fmla="*/ 1049033 w 4891501"/>
              <a:gd name="connsiteY7" fmla="*/ 184475 h 692916"/>
              <a:gd name="connsiteX8" fmla="*/ 921004 w 4891501"/>
              <a:gd name="connsiteY8" fmla="*/ 123704 h 692916"/>
              <a:gd name="connsiteX9" fmla="*/ 3855913 w 4891501"/>
              <a:gd name="connsiteY9" fmla="*/ 11246 h 692916"/>
              <a:gd name="connsiteX10" fmla="*/ 4381007 w 4891501"/>
              <a:gd name="connsiteY10" fmla="*/ 11246 h 692916"/>
              <a:gd name="connsiteX11" fmla="*/ 4381007 w 4891501"/>
              <a:gd name="connsiteY11" fmla="*/ 128029 h 692916"/>
              <a:gd name="connsiteX12" fmla="*/ 4189828 w 4891501"/>
              <a:gd name="connsiteY12" fmla="*/ 128029 h 692916"/>
              <a:gd name="connsiteX13" fmla="*/ 4189828 w 4891501"/>
              <a:gd name="connsiteY13" fmla="*/ 681238 h 692916"/>
              <a:gd name="connsiteX14" fmla="*/ 4046660 w 4891501"/>
              <a:gd name="connsiteY14" fmla="*/ 681238 h 692916"/>
              <a:gd name="connsiteX15" fmla="*/ 4046660 w 4891501"/>
              <a:gd name="connsiteY15" fmla="*/ 128029 h 692916"/>
              <a:gd name="connsiteX16" fmla="*/ 3855913 w 4891501"/>
              <a:gd name="connsiteY16" fmla="*/ 128029 h 692916"/>
              <a:gd name="connsiteX17" fmla="*/ 3166155 w 4891501"/>
              <a:gd name="connsiteY17" fmla="*/ 11246 h 692916"/>
              <a:gd name="connsiteX18" fmla="*/ 3321867 w 4891501"/>
              <a:gd name="connsiteY18" fmla="*/ 11246 h 692916"/>
              <a:gd name="connsiteX19" fmla="*/ 3595227 w 4891501"/>
              <a:gd name="connsiteY19" fmla="*/ 432532 h 692916"/>
              <a:gd name="connsiteX20" fmla="*/ 3628532 w 4891501"/>
              <a:gd name="connsiteY20" fmla="*/ 485733 h 692916"/>
              <a:gd name="connsiteX21" fmla="*/ 3630694 w 4891501"/>
              <a:gd name="connsiteY21" fmla="*/ 485733 h 692916"/>
              <a:gd name="connsiteX22" fmla="*/ 3626369 w 4891501"/>
              <a:gd name="connsiteY22" fmla="*/ 393171 h 692916"/>
              <a:gd name="connsiteX23" fmla="*/ 3626369 w 4891501"/>
              <a:gd name="connsiteY23" fmla="*/ 11246 h 692916"/>
              <a:gd name="connsiteX24" fmla="*/ 3761752 w 4891501"/>
              <a:gd name="connsiteY24" fmla="*/ 11246 h 692916"/>
              <a:gd name="connsiteX25" fmla="*/ 3761752 w 4891501"/>
              <a:gd name="connsiteY25" fmla="*/ 681238 h 692916"/>
              <a:gd name="connsiteX26" fmla="*/ 3615556 w 4891501"/>
              <a:gd name="connsiteY26" fmla="*/ 681238 h 692916"/>
              <a:gd name="connsiteX27" fmla="*/ 3331815 w 4891501"/>
              <a:gd name="connsiteY27" fmla="*/ 247841 h 692916"/>
              <a:gd name="connsiteX28" fmla="*/ 3299808 w 4891501"/>
              <a:gd name="connsiteY28" fmla="*/ 193342 h 692916"/>
              <a:gd name="connsiteX29" fmla="*/ 3297645 w 4891501"/>
              <a:gd name="connsiteY29" fmla="*/ 193342 h 692916"/>
              <a:gd name="connsiteX30" fmla="*/ 3301538 w 4891501"/>
              <a:gd name="connsiteY30" fmla="*/ 300177 h 692916"/>
              <a:gd name="connsiteX31" fmla="*/ 3301538 w 4891501"/>
              <a:gd name="connsiteY31" fmla="*/ 681238 h 692916"/>
              <a:gd name="connsiteX32" fmla="*/ 3166155 w 4891501"/>
              <a:gd name="connsiteY32" fmla="*/ 681238 h 692916"/>
              <a:gd name="connsiteX33" fmla="*/ 2661330 w 4891501"/>
              <a:gd name="connsiteY33" fmla="*/ 11246 h 692916"/>
              <a:gd name="connsiteX34" fmla="*/ 3042391 w 4891501"/>
              <a:gd name="connsiteY34" fmla="*/ 11246 h 692916"/>
              <a:gd name="connsiteX35" fmla="*/ 3042391 w 4891501"/>
              <a:gd name="connsiteY35" fmla="*/ 128029 h 692916"/>
              <a:gd name="connsiteX36" fmla="*/ 2804066 w 4891501"/>
              <a:gd name="connsiteY36" fmla="*/ 128029 h 692916"/>
              <a:gd name="connsiteX37" fmla="*/ 2804066 w 4891501"/>
              <a:gd name="connsiteY37" fmla="*/ 285904 h 692916"/>
              <a:gd name="connsiteX38" fmla="*/ 3025522 w 4891501"/>
              <a:gd name="connsiteY38" fmla="*/ 285904 h 692916"/>
              <a:gd name="connsiteX39" fmla="*/ 3025522 w 4891501"/>
              <a:gd name="connsiteY39" fmla="*/ 402255 h 692916"/>
              <a:gd name="connsiteX40" fmla="*/ 2804066 w 4891501"/>
              <a:gd name="connsiteY40" fmla="*/ 402255 h 692916"/>
              <a:gd name="connsiteX41" fmla="*/ 2804066 w 4891501"/>
              <a:gd name="connsiteY41" fmla="*/ 564454 h 692916"/>
              <a:gd name="connsiteX42" fmla="*/ 3057962 w 4891501"/>
              <a:gd name="connsiteY42" fmla="*/ 564454 h 692916"/>
              <a:gd name="connsiteX43" fmla="*/ 3057962 w 4891501"/>
              <a:gd name="connsiteY43" fmla="*/ 681238 h 692916"/>
              <a:gd name="connsiteX44" fmla="*/ 2661330 w 4891501"/>
              <a:gd name="connsiteY44" fmla="*/ 681238 h 692916"/>
              <a:gd name="connsiteX45" fmla="*/ 2046163 w 4891501"/>
              <a:gd name="connsiteY45" fmla="*/ 11246 h 692916"/>
              <a:gd name="connsiteX46" fmla="*/ 2571257 w 4891501"/>
              <a:gd name="connsiteY46" fmla="*/ 11246 h 692916"/>
              <a:gd name="connsiteX47" fmla="*/ 2571257 w 4891501"/>
              <a:gd name="connsiteY47" fmla="*/ 128029 h 692916"/>
              <a:gd name="connsiteX48" fmla="*/ 2380078 w 4891501"/>
              <a:gd name="connsiteY48" fmla="*/ 128029 h 692916"/>
              <a:gd name="connsiteX49" fmla="*/ 2380078 w 4891501"/>
              <a:gd name="connsiteY49" fmla="*/ 681238 h 692916"/>
              <a:gd name="connsiteX50" fmla="*/ 2236910 w 4891501"/>
              <a:gd name="connsiteY50" fmla="*/ 681238 h 692916"/>
              <a:gd name="connsiteX51" fmla="*/ 2236910 w 4891501"/>
              <a:gd name="connsiteY51" fmla="*/ 128029 h 692916"/>
              <a:gd name="connsiteX52" fmla="*/ 2046163 w 4891501"/>
              <a:gd name="connsiteY52" fmla="*/ 128029 h 692916"/>
              <a:gd name="connsiteX53" fmla="*/ 1356406 w 4891501"/>
              <a:gd name="connsiteY53" fmla="*/ 11246 h 692916"/>
              <a:gd name="connsiteX54" fmla="*/ 1512117 w 4891501"/>
              <a:gd name="connsiteY54" fmla="*/ 11246 h 692916"/>
              <a:gd name="connsiteX55" fmla="*/ 1785477 w 4891501"/>
              <a:gd name="connsiteY55" fmla="*/ 432532 h 692916"/>
              <a:gd name="connsiteX56" fmla="*/ 1818782 w 4891501"/>
              <a:gd name="connsiteY56" fmla="*/ 485733 h 692916"/>
              <a:gd name="connsiteX57" fmla="*/ 1820945 w 4891501"/>
              <a:gd name="connsiteY57" fmla="*/ 485733 h 692916"/>
              <a:gd name="connsiteX58" fmla="*/ 1816619 w 4891501"/>
              <a:gd name="connsiteY58" fmla="*/ 393171 h 692916"/>
              <a:gd name="connsiteX59" fmla="*/ 1816619 w 4891501"/>
              <a:gd name="connsiteY59" fmla="*/ 11246 h 692916"/>
              <a:gd name="connsiteX60" fmla="*/ 1952002 w 4891501"/>
              <a:gd name="connsiteY60" fmla="*/ 11246 h 692916"/>
              <a:gd name="connsiteX61" fmla="*/ 1952002 w 4891501"/>
              <a:gd name="connsiteY61" fmla="*/ 681238 h 692916"/>
              <a:gd name="connsiteX62" fmla="*/ 1805806 w 4891501"/>
              <a:gd name="connsiteY62" fmla="*/ 681238 h 692916"/>
              <a:gd name="connsiteX63" fmla="*/ 1522065 w 4891501"/>
              <a:gd name="connsiteY63" fmla="*/ 247841 h 692916"/>
              <a:gd name="connsiteX64" fmla="*/ 1490058 w 4891501"/>
              <a:gd name="connsiteY64" fmla="*/ 193342 h 692916"/>
              <a:gd name="connsiteX65" fmla="*/ 1487895 w 4891501"/>
              <a:gd name="connsiteY65" fmla="*/ 193342 h 692916"/>
              <a:gd name="connsiteX66" fmla="*/ 1491788 w 4891501"/>
              <a:gd name="connsiteY66" fmla="*/ 300177 h 692916"/>
              <a:gd name="connsiteX67" fmla="*/ 1491788 w 4891501"/>
              <a:gd name="connsiteY67" fmla="*/ 681238 h 692916"/>
              <a:gd name="connsiteX68" fmla="*/ 1356406 w 4891501"/>
              <a:gd name="connsiteY68" fmla="*/ 681238 h 692916"/>
              <a:gd name="connsiteX69" fmla="*/ 4697295 w 4891501"/>
              <a:gd name="connsiteY69" fmla="*/ 0 h 692916"/>
              <a:gd name="connsiteX70" fmla="*/ 4862088 w 4891501"/>
              <a:gd name="connsiteY70" fmla="*/ 25519 h 692916"/>
              <a:gd name="connsiteX71" fmla="*/ 4862088 w 4891501"/>
              <a:gd name="connsiteY71" fmla="*/ 159604 h 692916"/>
              <a:gd name="connsiteX72" fmla="*/ 4704215 w 4891501"/>
              <a:gd name="connsiteY72" fmla="*/ 113756 h 692916"/>
              <a:gd name="connsiteX73" fmla="*/ 4619871 w 4891501"/>
              <a:gd name="connsiteY73" fmla="*/ 133004 h 692916"/>
              <a:gd name="connsiteX74" fmla="*/ 4588297 w 4891501"/>
              <a:gd name="connsiteY74" fmla="*/ 184691 h 692916"/>
              <a:gd name="connsiteX75" fmla="*/ 4609923 w 4891501"/>
              <a:gd name="connsiteY75" fmla="*/ 232486 h 692916"/>
              <a:gd name="connsiteX76" fmla="*/ 4716759 w 4891501"/>
              <a:gd name="connsiteY76" fmla="*/ 291526 h 692916"/>
              <a:gd name="connsiteX77" fmla="*/ 4854087 w 4891501"/>
              <a:gd name="connsiteY77" fmla="*/ 381926 h 692916"/>
              <a:gd name="connsiteX78" fmla="*/ 4891501 w 4891501"/>
              <a:gd name="connsiteY78" fmla="*/ 495249 h 692916"/>
              <a:gd name="connsiteX79" fmla="*/ 4823161 w 4891501"/>
              <a:gd name="connsiteY79" fmla="*/ 642310 h 692916"/>
              <a:gd name="connsiteX80" fmla="*/ 4628955 w 4891501"/>
              <a:gd name="connsiteY80" fmla="*/ 692916 h 692916"/>
              <a:gd name="connsiteX81" fmla="*/ 4440371 w 4891501"/>
              <a:gd name="connsiteY81" fmla="*/ 655718 h 692916"/>
              <a:gd name="connsiteX82" fmla="*/ 4440371 w 4891501"/>
              <a:gd name="connsiteY82" fmla="*/ 512550 h 692916"/>
              <a:gd name="connsiteX83" fmla="*/ 4624197 w 4891501"/>
              <a:gd name="connsiteY83" fmla="*/ 579593 h 692916"/>
              <a:gd name="connsiteX84" fmla="*/ 4712001 w 4891501"/>
              <a:gd name="connsiteY84" fmla="*/ 559480 h 692916"/>
              <a:gd name="connsiteX85" fmla="*/ 4741413 w 4891501"/>
              <a:gd name="connsiteY85" fmla="*/ 507792 h 692916"/>
              <a:gd name="connsiteX86" fmla="*/ 4718056 w 4891501"/>
              <a:gd name="connsiteY86" fmla="*/ 456321 h 692916"/>
              <a:gd name="connsiteX87" fmla="*/ 4594785 w 4891501"/>
              <a:gd name="connsiteY87" fmla="*/ 390576 h 692916"/>
              <a:gd name="connsiteX88" fmla="*/ 4437776 w 4891501"/>
              <a:gd name="connsiteY88" fmla="*/ 196802 h 692916"/>
              <a:gd name="connsiteX89" fmla="*/ 4508927 w 4891501"/>
              <a:gd name="connsiteY89" fmla="*/ 51688 h 692916"/>
              <a:gd name="connsiteX90" fmla="*/ 4697295 w 4891501"/>
              <a:gd name="connsiteY90" fmla="*/ 0 h 692916"/>
              <a:gd name="connsiteX91" fmla="*/ 925329 w 4891501"/>
              <a:gd name="connsiteY91" fmla="*/ 0 h 692916"/>
              <a:gd name="connsiteX92" fmla="*/ 1156518 w 4891501"/>
              <a:gd name="connsiteY92" fmla="*/ 95590 h 692916"/>
              <a:gd name="connsiteX93" fmla="*/ 1244105 w 4891501"/>
              <a:gd name="connsiteY93" fmla="*/ 341268 h 692916"/>
              <a:gd name="connsiteX94" fmla="*/ 1153057 w 4891501"/>
              <a:gd name="connsiteY94" fmla="*/ 595380 h 692916"/>
              <a:gd name="connsiteX95" fmla="*/ 914516 w 4891501"/>
              <a:gd name="connsiteY95" fmla="*/ 692916 h 692916"/>
              <a:gd name="connsiteX96" fmla="*/ 680516 w 4891501"/>
              <a:gd name="connsiteY96" fmla="*/ 598408 h 692916"/>
              <a:gd name="connsiteX97" fmla="*/ 590550 w 4891501"/>
              <a:gd name="connsiteY97" fmla="*/ 355109 h 692916"/>
              <a:gd name="connsiteX98" fmla="*/ 682463 w 4891501"/>
              <a:gd name="connsiteY98" fmla="*/ 98834 h 692916"/>
              <a:gd name="connsiteX99" fmla="*/ 925329 w 4891501"/>
              <a:gd name="connsiteY99" fmla="*/ 0 h 692916"/>
              <a:gd name="connsiteX100" fmla="*/ 355541 w 4891501"/>
              <a:gd name="connsiteY100" fmla="*/ 0 h 692916"/>
              <a:gd name="connsiteX101" fmla="*/ 519903 w 4891501"/>
              <a:gd name="connsiteY101" fmla="*/ 25519 h 692916"/>
              <a:gd name="connsiteX102" fmla="*/ 519903 w 4891501"/>
              <a:gd name="connsiteY102" fmla="*/ 163497 h 692916"/>
              <a:gd name="connsiteX103" fmla="*/ 365922 w 4891501"/>
              <a:gd name="connsiteY103" fmla="*/ 123704 h 692916"/>
              <a:gd name="connsiteX104" fmla="*/ 208913 w 4891501"/>
              <a:gd name="connsiteY104" fmla="*/ 186421 h 692916"/>
              <a:gd name="connsiteX105" fmla="*/ 150088 w 4891501"/>
              <a:gd name="connsiteY105" fmla="*/ 350351 h 692916"/>
              <a:gd name="connsiteX106" fmla="*/ 205885 w 4891501"/>
              <a:gd name="connsiteY106" fmla="*/ 509090 h 692916"/>
              <a:gd name="connsiteX107" fmla="*/ 356838 w 4891501"/>
              <a:gd name="connsiteY107" fmla="*/ 569212 h 692916"/>
              <a:gd name="connsiteX108" fmla="*/ 519903 w 4891501"/>
              <a:gd name="connsiteY108" fmla="*/ 525959 h 692916"/>
              <a:gd name="connsiteX109" fmla="*/ 519903 w 4891501"/>
              <a:gd name="connsiteY109" fmla="*/ 657016 h 692916"/>
              <a:gd name="connsiteX110" fmla="*/ 329156 w 4891501"/>
              <a:gd name="connsiteY110" fmla="*/ 692916 h 692916"/>
              <a:gd name="connsiteX111" fmla="*/ 88885 w 4891501"/>
              <a:gd name="connsiteY111" fmla="*/ 602301 h 692916"/>
              <a:gd name="connsiteX112" fmla="*/ 0 w 4891501"/>
              <a:gd name="connsiteY112" fmla="*/ 360732 h 692916"/>
              <a:gd name="connsiteX113" fmla="*/ 99266 w 4891501"/>
              <a:gd name="connsiteY113" fmla="*/ 100996 h 692916"/>
              <a:gd name="connsiteX114" fmla="*/ 355541 w 4891501"/>
              <a:gd name="connsiteY114" fmla="*/ 0 h 692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4891501" h="692916">
                <a:moveTo>
                  <a:pt x="921004" y="123704"/>
                </a:moveTo>
                <a:cubicBezTo>
                  <a:pt x="865063" y="123704"/>
                  <a:pt x="821017" y="144466"/>
                  <a:pt x="788866" y="185989"/>
                </a:cubicBezTo>
                <a:cubicBezTo>
                  <a:pt x="756714" y="227512"/>
                  <a:pt x="740638" y="281290"/>
                  <a:pt x="740638" y="347323"/>
                </a:cubicBezTo>
                <a:cubicBezTo>
                  <a:pt x="740638" y="412491"/>
                  <a:pt x="756354" y="465765"/>
                  <a:pt x="787784" y="507144"/>
                </a:cubicBezTo>
                <a:cubicBezTo>
                  <a:pt x="819215" y="548523"/>
                  <a:pt x="862324" y="569212"/>
                  <a:pt x="917111" y="569212"/>
                </a:cubicBezTo>
                <a:cubicBezTo>
                  <a:pt x="973052" y="569212"/>
                  <a:pt x="1016594" y="549388"/>
                  <a:pt x="1047736" y="509739"/>
                </a:cubicBezTo>
                <a:cubicBezTo>
                  <a:pt x="1078878" y="470090"/>
                  <a:pt x="1094449" y="416817"/>
                  <a:pt x="1094449" y="349918"/>
                </a:cubicBezTo>
                <a:cubicBezTo>
                  <a:pt x="1094449" y="280136"/>
                  <a:pt x="1079311" y="224989"/>
                  <a:pt x="1049033" y="184475"/>
                </a:cubicBezTo>
                <a:cubicBezTo>
                  <a:pt x="1018756" y="143961"/>
                  <a:pt x="976080" y="123704"/>
                  <a:pt x="921004" y="123704"/>
                </a:cubicBezTo>
                <a:close/>
                <a:moveTo>
                  <a:pt x="3855913" y="11246"/>
                </a:moveTo>
                <a:lnTo>
                  <a:pt x="4381007" y="11246"/>
                </a:lnTo>
                <a:lnTo>
                  <a:pt x="4381007" y="128029"/>
                </a:lnTo>
                <a:lnTo>
                  <a:pt x="4189828" y="128029"/>
                </a:lnTo>
                <a:lnTo>
                  <a:pt x="4189828" y="681238"/>
                </a:lnTo>
                <a:lnTo>
                  <a:pt x="4046660" y="681238"/>
                </a:lnTo>
                <a:lnTo>
                  <a:pt x="4046660" y="128029"/>
                </a:lnTo>
                <a:lnTo>
                  <a:pt x="3855913" y="128029"/>
                </a:lnTo>
                <a:close/>
                <a:moveTo>
                  <a:pt x="3166155" y="11246"/>
                </a:moveTo>
                <a:lnTo>
                  <a:pt x="3321867" y="11246"/>
                </a:lnTo>
                <a:lnTo>
                  <a:pt x="3595227" y="432532"/>
                </a:lnTo>
                <a:cubicBezTo>
                  <a:pt x="3613393" y="460502"/>
                  <a:pt x="3624495" y="478236"/>
                  <a:pt x="3628532" y="485733"/>
                </a:cubicBezTo>
                <a:lnTo>
                  <a:pt x="3630694" y="485733"/>
                </a:lnTo>
                <a:cubicBezTo>
                  <a:pt x="3627811" y="469585"/>
                  <a:pt x="3626369" y="438731"/>
                  <a:pt x="3626369" y="393171"/>
                </a:cubicBezTo>
                <a:lnTo>
                  <a:pt x="3626369" y="11246"/>
                </a:lnTo>
                <a:lnTo>
                  <a:pt x="3761752" y="11246"/>
                </a:lnTo>
                <a:lnTo>
                  <a:pt x="3761752" y="681238"/>
                </a:lnTo>
                <a:lnTo>
                  <a:pt x="3615556" y="681238"/>
                </a:lnTo>
                <a:lnTo>
                  <a:pt x="3331815" y="247841"/>
                </a:lnTo>
                <a:cubicBezTo>
                  <a:pt x="3317109" y="225349"/>
                  <a:pt x="3306440" y="207183"/>
                  <a:pt x="3299808" y="193342"/>
                </a:cubicBezTo>
                <a:lnTo>
                  <a:pt x="3297645" y="193342"/>
                </a:lnTo>
                <a:cubicBezTo>
                  <a:pt x="3300240" y="216410"/>
                  <a:pt x="3301538" y="252022"/>
                  <a:pt x="3301538" y="300177"/>
                </a:cubicBezTo>
                <a:lnTo>
                  <a:pt x="3301538" y="681238"/>
                </a:lnTo>
                <a:lnTo>
                  <a:pt x="3166155" y="681238"/>
                </a:lnTo>
                <a:close/>
                <a:moveTo>
                  <a:pt x="2661330" y="11246"/>
                </a:moveTo>
                <a:lnTo>
                  <a:pt x="3042391" y="11246"/>
                </a:lnTo>
                <a:lnTo>
                  <a:pt x="3042391" y="128029"/>
                </a:lnTo>
                <a:lnTo>
                  <a:pt x="2804066" y="128029"/>
                </a:lnTo>
                <a:lnTo>
                  <a:pt x="2804066" y="285904"/>
                </a:lnTo>
                <a:lnTo>
                  <a:pt x="3025522" y="285904"/>
                </a:lnTo>
                <a:lnTo>
                  <a:pt x="3025522" y="402255"/>
                </a:lnTo>
                <a:lnTo>
                  <a:pt x="2804066" y="402255"/>
                </a:lnTo>
                <a:lnTo>
                  <a:pt x="2804066" y="564454"/>
                </a:lnTo>
                <a:lnTo>
                  <a:pt x="3057962" y="564454"/>
                </a:lnTo>
                <a:lnTo>
                  <a:pt x="3057962" y="681238"/>
                </a:lnTo>
                <a:lnTo>
                  <a:pt x="2661330" y="681238"/>
                </a:lnTo>
                <a:close/>
                <a:moveTo>
                  <a:pt x="2046163" y="11246"/>
                </a:moveTo>
                <a:lnTo>
                  <a:pt x="2571257" y="11246"/>
                </a:lnTo>
                <a:lnTo>
                  <a:pt x="2571257" y="128029"/>
                </a:lnTo>
                <a:lnTo>
                  <a:pt x="2380078" y="128029"/>
                </a:lnTo>
                <a:lnTo>
                  <a:pt x="2380078" y="681238"/>
                </a:lnTo>
                <a:lnTo>
                  <a:pt x="2236910" y="681238"/>
                </a:lnTo>
                <a:lnTo>
                  <a:pt x="2236910" y="128029"/>
                </a:lnTo>
                <a:lnTo>
                  <a:pt x="2046163" y="128029"/>
                </a:lnTo>
                <a:close/>
                <a:moveTo>
                  <a:pt x="1356406" y="11246"/>
                </a:moveTo>
                <a:lnTo>
                  <a:pt x="1512117" y="11246"/>
                </a:lnTo>
                <a:lnTo>
                  <a:pt x="1785477" y="432532"/>
                </a:lnTo>
                <a:cubicBezTo>
                  <a:pt x="1803643" y="460502"/>
                  <a:pt x="1814745" y="478236"/>
                  <a:pt x="1818782" y="485733"/>
                </a:cubicBezTo>
                <a:lnTo>
                  <a:pt x="1820945" y="485733"/>
                </a:lnTo>
                <a:cubicBezTo>
                  <a:pt x="1818061" y="469585"/>
                  <a:pt x="1816619" y="438731"/>
                  <a:pt x="1816619" y="393171"/>
                </a:cubicBezTo>
                <a:lnTo>
                  <a:pt x="1816619" y="11246"/>
                </a:lnTo>
                <a:lnTo>
                  <a:pt x="1952002" y="11246"/>
                </a:lnTo>
                <a:lnTo>
                  <a:pt x="1952002" y="681238"/>
                </a:lnTo>
                <a:lnTo>
                  <a:pt x="1805806" y="681238"/>
                </a:lnTo>
                <a:lnTo>
                  <a:pt x="1522065" y="247841"/>
                </a:lnTo>
                <a:cubicBezTo>
                  <a:pt x="1507359" y="225349"/>
                  <a:pt x="1496690" y="207183"/>
                  <a:pt x="1490058" y="193342"/>
                </a:cubicBezTo>
                <a:lnTo>
                  <a:pt x="1487895" y="193342"/>
                </a:lnTo>
                <a:cubicBezTo>
                  <a:pt x="1490490" y="216410"/>
                  <a:pt x="1491788" y="252022"/>
                  <a:pt x="1491788" y="300177"/>
                </a:cubicBezTo>
                <a:lnTo>
                  <a:pt x="1491788" y="681238"/>
                </a:lnTo>
                <a:lnTo>
                  <a:pt x="1356406" y="681238"/>
                </a:lnTo>
                <a:close/>
                <a:moveTo>
                  <a:pt x="4697295" y="0"/>
                </a:moveTo>
                <a:cubicBezTo>
                  <a:pt x="4762750" y="0"/>
                  <a:pt x="4817682" y="8507"/>
                  <a:pt x="4862088" y="25519"/>
                </a:cubicBezTo>
                <a:lnTo>
                  <a:pt x="4862088" y="159604"/>
                </a:lnTo>
                <a:cubicBezTo>
                  <a:pt x="4817106" y="129039"/>
                  <a:pt x="4764480" y="113756"/>
                  <a:pt x="4704215" y="113756"/>
                </a:cubicBezTo>
                <a:cubicBezTo>
                  <a:pt x="4669036" y="113756"/>
                  <a:pt x="4640921" y="120172"/>
                  <a:pt x="4619871" y="133004"/>
                </a:cubicBezTo>
                <a:cubicBezTo>
                  <a:pt x="4598822" y="145835"/>
                  <a:pt x="4588297" y="163065"/>
                  <a:pt x="4588297" y="184691"/>
                </a:cubicBezTo>
                <a:cubicBezTo>
                  <a:pt x="4588297" y="201992"/>
                  <a:pt x="4595505" y="217924"/>
                  <a:pt x="4609923" y="232486"/>
                </a:cubicBezTo>
                <a:cubicBezTo>
                  <a:pt x="4624341" y="247048"/>
                  <a:pt x="4659953" y="266728"/>
                  <a:pt x="4716759" y="291526"/>
                </a:cubicBezTo>
                <a:cubicBezTo>
                  <a:pt x="4783368" y="320074"/>
                  <a:pt x="4829144" y="350207"/>
                  <a:pt x="4854087" y="381926"/>
                </a:cubicBezTo>
                <a:cubicBezTo>
                  <a:pt x="4879030" y="413645"/>
                  <a:pt x="4891501" y="451419"/>
                  <a:pt x="4891501" y="495249"/>
                </a:cubicBezTo>
                <a:cubicBezTo>
                  <a:pt x="4891501" y="559552"/>
                  <a:pt x="4868721" y="608572"/>
                  <a:pt x="4823161" y="642310"/>
                </a:cubicBezTo>
                <a:cubicBezTo>
                  <a:pt x="4777601" y="676047"/>
                  <a:pt x="4712866" y="692916"/>
                  <a:pt x="4628955" y="692916"/>
                </a:cubicBezTo>
                <a:cubicBezTo>
                  <a:pt x="4552252" y="692916"/>
                  <a:pt x="4489391" y="680517"/>
                  <a:pt x="4440371" y="655718"/>
                </a:cubicBezTo>
                <a:lnTo>
                  <a:pt x="4440371" y="512550"/>
                </a:lnTo>
                <a:cubicBezTo>
                  <a:pt x="4494293" y="557245"/>
                  <a:pt x="4555568" y="579593"/>
                  <a:pt x="4624197" y="579593"/>
                </a:cubicBezTo>
                <a:cubicBezTo>
                  <a:pt x="4663125" y="579593"/>
                  <a:pt x="4692393" y="572888"/>
                  <a:pt x="4712001" y="559480"/>
                </a:cubicBezTo>
                <a:cubicBezTo>
                  <a:pt x="4731609" y="546071"/>
                  <a:pt x="4741413" y="528842"/>
                  <a:pt x="4741413" y="507792"/>
                </a:cubicBezTo>
                <a:cubicBezTo>
                  <a:pt x="4741413" y="489626"/>
                  <a:pt x="4733627" y="472469"/>
                  <a:pt x="4718056" y="456321"/>
                </a:cubicBezTo>
                <a:cubicBezTo>
                  <a:pt x="4702485" y="440173"/>
                  <a:pt x="4661394" y="418258"/>
                  <a:pt x="4594785" y="390576"/>
                </a:cubicBezTo>
                <a:cubicBezTo>
                  <a:pt x="4490112" y="346170"/>
                  <a:pt x="4437776" y="281578"/>
                  <a:pt x="4437776" y="196802"/>
                </a:cubicBezTo>
                <a:cubicBezTo>
                  <a:pt x="4437776" y="134517"/>
                  <a:pt x="4461493" y="86146"/>
                  <a:pt x="4508927" y="51688"/>
                </a:cubicBezTo>
                <a:cubicBezTo>
                  <a:pt x="4556361" y="17229"/>
                  <a:pt x="4619151" y="0"/>
                  <a:pt x="4697295" y="0"/>
                </a:cubicBezTo>
                <a:close/>
                <a:moveTo>
                  <a:pt x="925329" y="0"/>
                </a:moveTo>
                <a:cubicBezTo>
                  <a:pt x="1021063" y="0"/>
                  <a:pt x="1098126" y="31863"/>
                  <a:pt x="1156518" y="95590"/>
                </a:cubicBezTo>
                <a:cubicBezTo>
                  <a:pt x="1214910" y="159316"/>
                  <a:pt x="1244105" y="241209"/>
                  <a:pt x="1244105" y="341268"/>
                </a:cubicBezTo>
                <a:cubicBezTo>
                  <a:pt x="1244105" y="445652"/>
                  <a:pt x="1213756" y="530356"/>
                  <a:pt x="1153057" y="595380"/>
                </a:cubicBezTo>
                <a:cubicBezTo>
                  <a:pt x="1092359" y="660404"/>
                  <a:pt x="1012845" y="692916"/>
                  <a:pt x="914516" y="692916"/>
                </a:cubicBezTo>
                <a:cubicBezTo>
                  <a:pt x="818494" y="692916"/>
                  <a:pt x="740494" y="661413"/>
                  <a:pt x="680516" y="598408"/>
                </a:cubicBezTo>
                <a:cubicBezTo>
                  <a:pt x="620539" y="535402"/>
                  <a:pt x="590550" y="454303"/>
                  <a:pt x="590550" y="355109"/>
                </a:cubicBezTo>
                <a:cubicBezTo>
                  <a:pt x="590550" y="250148"/>
                  <a:pt x="621188" y="164723"/>
                  <a:pt x="682463" y="98834"/>
                </a:cubicBezTo>
                <a:cubicBezTo>
                  <a:pt x="743738" y="32945"/>
                  <a:pt x="824694" y="0"/>
                  <a:pt x="925329" y="0"/>
                </a:cubicBezTo>
                <a:close/>
                <a:moveTo>
                  <a:pt x="355541" y="0"/>
                </a:moveTo>
                <a:cubicBezTo>
                  <a:pt x="420997" y="0"/>
                  <a:pt x="475785" y="8507"/>
                  <a:pt x="519903" y="25519"/>
                </a:cubicBezTo>
                <a:lnTo>
                  <a:pt x="519903" y="163497"/>
                </a:lnTo>
                <a:cubicBezTo>
                  <a:pt x="474631" y="136968"/>
                  <a:pt x="423304" y="123704"/>
                  <a:pt x="365922" y="123704"/>
                </a:cubicBezTo>
                <a:cubicBezTo>
                  <a:pt x="300465" y="123704"/>
                  <a:pt x="248129" y="144610"/>
                  <a:pt x="208913" y="186421"/>
                </a:cubicBezTo>
                <a:cubicBezTo>
                  <a:pt x="169696" y="228233"/>
                  <a:pt x="150088" y="282876"/>
                  <a:pt x="150088" y="350351"/>
                </a:cubicBezTo>
                <a:cubicBezTo>
                  <a:pt x="150088" y="416096"/>
                  <a:pt x="168687" y="469009"/>
                  <a:pt x="205885" y="509090"/>
                </a:cubicBezTo>
                <a:cubicBezTo>
                  <a:pt x="243083" y="549171"/>
                  <a:pt x="293401" y="569212"/>
                  <a:pt x="356838" y="569212"/>
                </a:cubicBezTo>
                <a:cubicBezTo>
                  <a:pt x="416528" y="569212"/>
                  <a:pt x="470883" y="554794"/>
                  <a:pt x="519903" y="525959"/>
                </a:cubicBezTo>
                <a:lnTo>
                  <a:pt x="519903" y="657016"/>
                </a:lnTo>
                <a:cubicBezTo>
                  <a:pt x="471171" y="680949"/>
                  <a:pt x="407589" y="692916"/>
                  <a:pt x="329156" y="692916"/>
                </a:cubicBezTo>
                <a:cubicBezTo>
                  <a:pt x="228232" y="692916"/>
                  <a:pt x="148142" y="662711"/>
                  <a:pt x="88885" y="602301"/>
                </a:cubicBezTo>
                <a:cubicBezTo>
                  <a:pt x="29628" y="541890"/>
                  <a:pt x="0" y="461367"/>
                  <a:pt x="0" y="360732"/>
                </a:cubicBezTo>
                <a:cubicBezTo>
                  <a:pt x="0" y="254905"/>
                  <a:pt x="33089" y="168327"/>
                  <a:pt x="99266" y="100996"/>
                </a:cubicBezTo>
                <a:cubicBezTo>
                  <a:pt x="165443" y="33665"/>
                  <a:pt x="250868" y="0"/>
                  <a:pt x="355541" y="0"/>
                </a:cubicBezTo>
                <a:close/>
              </a:path>
            </a:pathLst>
          </a:custGeom>
          <a:solidFill>
            <a:schemeClr val="bg2">
              <a:lumMod val="75000"/>
              <a:lumOff val="25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a:solidFill>
                <a:schemeClr val="bg2">
                  <a:lumMod val="75000"/>
                  <a:lumOff val="25000"/>
                </a:schemeClr>
              </a:solidFill>
            </a:endParaRPr>
          </a:p>
        </p:txBody>
      </p:sp>
      <p:sp>
        <p:nvSpPr>
          <p:cNvPr id="2" name="序号"/>
          <p:cNvSpPr txBox="1"/>
          <p:nvPr>
            <p:custDataLst>
              <p:tags r:id="rId3"/>
            </p:custDataLst>
          </p:nvPr>
        </p:nvSpPr>
        <p:spPr>
          <a:xfrm>
            <a:off x="1492200" y="2633234"/>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01</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3" name="项标题"/>
          <p:cNvSpPr txBox="1"/>
          <p:nvPr>
            <p:custDataLst>
              <p:tags r:id="rId4"/>
            </p:custDataLst>
          </p:nvPr>
        </p:nvSpPr>
        <p:spPr>
          <a:xfrm>
            <a:off x="2823274" y="2633234"/>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项目概述与核心价值</a:t>
            </a:r>
            <a:endParaRPr lang="zh-CN" altLang="en-US" sz="2400" b="1" spc="300" dirty="0">
              <a:solidFill>
                <a:schemeClr val="accent1"/>
              </a:solidFill>
              <a:latin typeface="+mn-ea"/>
            </a:endParaRPr>
          </a:p>
        </p:txBody>
      </p:sp>
      <p:cxnSp>
        <p:nvCxnSpPr>
          <p:cNvPr id="5" name="直接连接符 18"/>
          <p:cNvCxnSpPr/>
          <p:nvPr>
            <p:custDataLst>
              <p:tags r:id="rId5"/>
            </p:custDataLst>
          </p:nvPr>
        </p:nvCxnSpPr>
        <p:spPr>
          <a:xfrm>
            <a:off x="2514985" y="2827809"/>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序号"/>
          <p:cNvSpPr txBox="1"/>
          <p:nvPr>
            <p:custDataLst>
              <p:tags r:id="rId6"/>
            </p:custDataLst>
          </p:nvPr>
        </p:nvSpPr>
        <p:spPr>
          <a:xfrm>
            <a:off x="6154433" y="2633234"/>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02</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9" name="项标题"/>
          <p:cNvSpPr txBox="1"/>
          <p:nvPr>
            <p:custDataLst>
              <p:tags r:id="rId7"/>
            </p:custDataLst>
          </p:nvPr>
        </p:nvSpPr>
        <p:spPr>
          <a:xfrm>
            <a:off x="7485506" y="2633234"/>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系统架构与技术栈</a:t>
            </a:r>
            <a:endParaRPr lang="zh-CN" altLang="en-US" sz="2400" b="1" spc="300" dirty="0">
              <a:solidFill>
                <a:schemeClr val="accent1"/>
              </a:solidFill>
              <a:latin typeface="+mn-ea"/>
            </a:endParaRPr>
          </a:p>
        </p:txBody>
      </p:sp>
      <p:cxnSp>
        <p:nvCxnSpPr>
          <p:cNvPr id="10" name="直接连接符 23"/>
          <p:cNvCxnSpPr/>
          <p:nvPr>
            <p:custDataLst>
              <p:tags r:id="rId8"/>
            </p:custDataLst>
          </p:nvPr>
        </p:nvCxnSpPr>
        <p:spPr>
          <a:xfrm>
            <a:off x="7177218" y="2827809"/>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序号"/>
          <p:cNvSpPr txBox="1"/>
          <p:nvPr>
            <p:custDataLst>
              <p:tags r:id="rId9"/>
            </p:custDataLst>
          </p:nvPr>
        </p:nvSpPr>
        <p:spPr>
          <a:xfrm>
            <a:off x="1492200" y="3677498"/>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03</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12" name="项标题"/>
          <p:cNvSpPr txBox="1"/>
          <p:nvPr>
            <p:custDataLst>
              <p:tags r:id="rId10"/>
            </p:custDataLst>
          </p:nvPr>
        </p:nvSpPr>
        <p:spPr>
          <a:xfrm>
            <a:off x="2823274" y="3677498"/>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核心功能模块</a:t>
            </a:r>
            <a:endParaRPr lang="zh-CN" altLang="en-US" sz="2400" b="1" spc="300" dirty="0">
              <a:solidFill>
                <a:schemeClr val="accent1"/>
              </a:solidFill>
              <a:latin typeface="+mn-ea"/>
            </a:endParaRPr>
          </a:p>
        </p:txBody>
      </p:sp>
      <p:cxnSp>
        <p:nvCxnSpPr>
          <p:cNvPr id="13" name="直接连接符 27"/>
          <p:cNvCxnSpPr/>
          <p:nvPr>
            <p:custDataLst>
              <p:tags r:id="rId11"/>
            </p:custDataLst>
          </p:nvPr>
        </p:nvCxnSpPr>
        <p:spPr>
          <a:xfrm>
            <a:off x="2514985" y="3872074"/>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序号"/>
          <p:cNvSpPr txBox="1"/>
          <p:nvPr>
            <p:custDataLst>
              <p:tags r:id="rId12"/>
            </p:custDataLst>
          </p:nvPr>
        </p:nvSpPr>
        <p:spPr>
          <a:xfrm>
            <a:off x="6154433" y="3677498"/>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04</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15" name="项标题"/>
          <p:cNvSpPr txBox="1"/>
          <p:nvPr>
            <p:custDataLst>
              <p:tags r:id="rId13"/>
            </p:custDataLst>
          </p:nvPr>
        </p:nvSpPr>
        <p:spPr>
          <a:xfrm>
            <a:off x="7485506" y="3677498"/>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产品特色与优势</a:t>
            </a:r>
            <a:endParaRPr lang="zh-CN" altLang="en-US" sz="2400" b="1" spc="300" dirty="0">
              <a:solidFill>
                <a:schemeClr val="accent1"/>
              </a:solidFill>
              <a:latin typeface="+mn-ea"/>
            </a:endParaRPr>
          </a:p>
        </p:txBody>
      </p:sp>
      <p:cxnSp>
        <p:nvCxnSpPr>
          <p:cNvPr id="16" name="直接连接符 31"/>
          <p:cNvCxnSpPr/>
          <p:nvPr>
            <p:custDataLst>
              <p:tags r:id="rId14"/>
            </p:custDataLst>
          </p:nvPr>
        </p:nvCxnSpPr>
        <p:spPr>
          <a:xfrm>
            <a:off x="7177218" y="3872074"/>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序号"/>
          <p:cNvSpPr txBox="1"/>
          <p:nvPr>
            <p:custDataLst>
              <p:tags r:id="rId15"/>
            </p:custDataLst>
          </p:nvPr>
        </p:nvSpPr>
        <p:spPr>
          <a:xfrm>
            <a:off x="1530736" y="4721762"/>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05</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20" name="项标题"/>
          <p:cNvSpPr txBox="1"/>
          <p:nvPr>
            <p:custDataLst>
              <p:tags r:id="rId16"/>
            </p:custDataLst>
          </p:nvPr>
        </p:nvSpPr>
        <p:spPr>
          <a:xfrm>
            <a:off x="2861810" y="4721762"/>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应用场景与价值</a:t>
            </a:r>
            <a:endParaRPr lang="zh-CN" altLang="en-US" sz="2400" b="1" spc="300" dirty="0">
              <a:solidFill>
                <a:schemeClr val="accent1"/>
              </a:solidFill>
              <a:latin typeface="+mn-ea"/>
            </a:endParaRPr>
          </a:p>
        </p:txBody>
      </p:sp>
      <p:cxnSp>
        <p:nvCxnSpPr>
          <p:cNvPr id="21" name="直接连接符 11"/>
          <p:cNvCxnSpPr/>
          <p:nvPr>
            <p:custDataLst>
              <p:tags r:id="rId17"/>
            </p:custDataLst>
          </p:nvPr>
        </p:nvCxnSpPr>
        <p:spPr>
          <a:xfrm>
            <a:off x="2553521" y="4916338"/>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序号"/>
          <p:cNvSpPr txBox="1"/>
          <p:nvPr>
            <p:custDataLst>
              <p:tags r:id="rId18"/>
            </p:custDataLst>
          </p:nvPr>
        </p:nvSpPr>
        <p:spPr>
          <a:xfrm>
            <a:off x="6192969" y="4721762"/>
            <a:ext cx="807178" cy="710983"/>
          </a:xfrm>
          <a:prstGeom prst="rect">
            <a:avLst/>
          </a:prstGeom>
          <a:noFill/>
        </p:spPr>
        <p:txBody>
          <a:bodyPr wrap="none" lIns="0" tIns="0" rIns="0" bIns="0" rtlCol="0" anchor="ctr" anchorCtr="0">
            <a:normAutofit/>
          </a:bodyPr>
          <a:p>
            <a:pPr algn="r" defTabSz="914400">
              <a:lnSpc>
                <a:spcPct val="100000"/>
              </a:lnSpc>
            </a:pPr>
            <a:r>
              <a:rPr lang="en-US" sz="3600" b="1" dirty="0">
                <a:gradFill>
                  <a:gsLst>
                    <a:gs pos="52000">
                      <a:schemeClr val="accent1">
                        <a:lumMod val="60000"/>
                        <a:lumOff val="40000"/>
                      </a:schemeClr>
                    </a:gs>
                    <a:gs pos="93000">
                      <a:schemeClr val="tx2"/>
                    </a:gs>
                  </a:gsLst>
                  <a:lin ang="0" scaled="0"/>
                </a:gradFill>
                <a:ea typeface="+mj-ea"/>
              </a:rPr>
              <a:t>06</a:t>
            </a:r>
            <a:endParaRPr lang="en-US" sz="3600" b="1" dirty="0">
              <a:gradFill>
                <a:gsLst>
                  <a:gs pos="52000">
                    <a:schemeClr val="accent1">
                      <a:lumMod val="60000"/>
                      <a:lumOff val="40000"/>
                    </a:schemeClr>
                  </a:gs>
                  <a:gs pos="93000">
                    <a:schemeClr val="tx2"/>
                  </a:gs>
                </a:gsLst>
                <a:lin ang="0" scaled="0"/>
              </a:gradFill>
              <a:ea typeface="+mj-ea"/>
            </a:endParaRPr>
          </a:p>
        </p:txBody>
      </p:sp>
      <p:sp>
        <p:nvSpPr>
          <p:cNvPr id="29" name="项标题"/>
          <p:cNvSpPr txBox="1"/>
          <p:nvPr>
            <p:custDataLst>
              <p:tags r:id="rId19"/>
            </p:custDataLst>
          </p:nvPr>
        </p:nvSpPr>
        <p:spPr>
          <a:xfrm>
            <a:off x="7524042" y="4721762"/>
            <a:ext cx="3217563" cy="710983"/>
          </a:xfrm>
          <a:prstGeom prst="rect">
            <a:avLst/>
          </a:prstGeom>
          <a:noFill/>
        </p:spPr>
        <p:txBody>
          <a:bodyPr wrap="square" lIns="0" tIns="0" rIns="0" bIns="0" rtlCol="0" anchor="ctr">
            <a:noAutofit/>
          </a:bodyPr>
          <a:p>
            <a:pPr defTabSz="914400">
              <a:lnSpc>
                <a:spcPct val="100000"/>
              </a:lnSpc>
            </a:pPr>
            <a:r>
              <a:rPr lang="zh-CN" altLang="en-US" sz="2400" b="1" spc="300" dirty="0">
                <a:solidFill>
                  <a:schemeClr val="accent1"/>
                </a:solidFill>
                <a:latin typeface="+mn-ea"/>
              </a:rPr>
              <a:t>项目成果与展望</a:t>
            </a:r>
            <a:endParaRPr lang="zh-CN" altLang="en-US" sz="2400" b="1" spc="300" dirty="0">
              <a:solidFill>
                <a:schemeClr val="accent1"/>
              </a:solidFill>
              <a:latin typeface="+mn-ea"/>
            </a:endParaRPr>
          </a:p>
        </p:txBody>
      </p:sp>
      <p:cxnSp>
        <p:nvCxnSpPr>
          <p:cNvPr id="33" name="直接连接符 15"/>
          <p:cNvCxnSpPr/>
          <p:nvPr>
            <p:custDataLst>
              <p:tags r:id="rId20"/>
            </p:custDataLst>
          </p:nvPr>
        </p:nvCxnSpPr>
        <p:spPr>
          <a:xfrm>
            <a:off x="7215754" y="4916338"/>
            <a:ext cx="0" cy="32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2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01  项目概述与核心价值</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PROJECT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什么是</a:t>
            </a:r>
            <a:r>
              <a:rPr lang="en-US" altLang="zh-CN"/>
              <a:t> ResearcherNexus</a:t>
            </a:r>
            <a:r>
              <a:rPr lang="zh-CN" altLang="en-US"/>
              <a:t>？</a:t>
            </a:r>
            <a:endParaRPr lang="zh-CN" altLang="en-US"/>
          </a:p>
        </p:txBody>
      </p:sp>
      <p:sp>
        <p:nvSpPr>
          <p:cNvPr id="2" name="矩形: 圆角 29"/>
          <p:cNvSpPr/>
          <p:nvPr>
            <p:custDataLst>
              <p:tags r:id="rId2"/>
            </p:custDataLst>
          </p:nvPr>
        </p:nvSpPr>
        <p:spPr>
          <a:xfrm>
            <a:off x="700203" y="1746952"/>
            <a:ext cx="3380423" cy="2005339"/>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marL="0" algn="just" rtl="0" eaLnBrk="1" latinLnBrk="0" hangingPunct="1">
              <a:lnSpc>
                <a:spcPct val="150000"/>
              </a:lnSpc>
              <a:spcBef>
                <a:spcPts val="0"/>
              </a:spcBef>
              <a:spcAft>
                <a:spcPts val="0"/>
              </a:spcAft>
            </a:pPr>
            <a:r>
              <a:rPr lang="en-US" altLang="zh-CN" sz="1400" kern="1200" dirty="0">
                <a:ln>
                  <a:noFill/>
                </a:ln>
                <a:solidFill>
                  <a:schemeClr val="tx1">
                    <a:lumMod val="85000"/>
                    <a:lumOff val="15000"/>
                  </a:schemeClr>
                </a:solidFill>
                <a:effectLst/>
                <a:latin typeface="+mn-ea"/>
                <a:cs typeface="+mn-ea"/>
                <a:sym typeface="+mn-ea"/>
              </a:rPr>
              <a:t>ResearcherNexus </a:t>
            </a:r>
            <a:r>
              <a:rPr lang="zh-CN" altLang="en-US" sz="1400" kern="1200" dirty="0">
                <a:ln>
                  <a:noFill/>
                </a:ln>
                <a:solidFill>
                  <a:schemeClr val="tx1">
                    <a:lumMod val="85000"/>
                    <a:lumOff val="15000"/>
                  </a:schemeClr>
                </a:solidFill>
                <a:effectLst/>
                <a:latin typeface="+mn-ea"/>
                <a:cs typeface="+mn-ea"/>
                <a:sym typeface="+mn-ea"/>
              </a:rPr>
              <a:t>是一个深度研究自动化框架，专注于提升学术与产业研究的效率与智能化水平。</a:t>
            </a:r>
            <a:endParaRPr lang="zh-CN" altLang="en-US" sz="1400" kern="1200" dirty="0">
              <a:ln>
                <a:noFill/>
              </a:ln>
              <a:solidFill>
                <a:schemeClr val="tx1">
                  <a:lumMod val="85000"/>
                  <a:lumOff val="15000"/>
                </a:schemeClr>
              </a:solidFill>
              <a:effectLst/>
              <a:latin typeface="+mn-ea"/>
              <a:cs typeface="+mn-ea"/>
              <a:sym typeface="+mn-ea"/>
            </a:endParaRPr>
          </a:p>
        </p:txBody>
      </p:sp>
      <p:sp>
        <p:nvSpPr>
          <p:cNvPr id="3" name="标题"/>
          <p:cNvSpPr/>
          <p:nvPr>
            <p:custDataLst>
              <p:tags r:id="rId3"/>
            </p:custDataLst>
          </p:nvPr>
        </p:nvSpPr>
        <p:spPr>
          <a:xfrm>
            <a:off x="1068782" y="1412629"/>
            <a:ext cx="2643987" cy="649284"/>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dirty="0">
                <a:solidFill>
                  <a:srgbClr val="FFFFFF"/>
                </a:solidFill>
                <a:uFillTx/>
                <a:latin typeface="+mn-ea"/>
                <a:cs typeface="+mn-ea"/>
                <a:sym typeface="+mn-ea"/>
              </a:rPr>
              <a:t>深度研究自动化框架</a:t>
            </a:r>
            <a:endParaRPr lang="zh-CN" altLang="en-US" b="1" dirty="0">
              <a:solidFill>
                <a:srgbClr val="FFFFFF"/>
              </a:solidFill>
              <a:uFillTx/>
              <a:latin typeface="+mn-ea"/>
              <a:cs typeface="+mn-ea"/>
              <a:sym typeface="+mn-ea"/>
            </a:endParaRPr>
          </a:p>
        </p:txBody>
      </p:sp>
      <p:sp>
        <p:nvSpPr>
          <p:cNvPr id="4" name="矩形: 圆角 1"/>
          <p:cNvSpPr/>
          <p:nvPr>
            <p:custDataLst>
              <p:tags r:id="rId4"/>
            </p:custDataLst>
          </p:nvPr>
        </p:nvSpPr>
        <p:spPr>
          <a:xfrm>
            <a:off x="4436116" y="1746952"/>
            <a:ext cx="3380423" cy="2005339"/>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dirty="0">
                <a:ln>
                  <a:noFill/>
                </a:ln>
                <a:solidFill>
                  <a:schemeClr val="tx1">
                    <a:lumMod val="85000"/>
                    <a:lumOff val="15000"/>
                  </a:schemeClr>
                </a:solidFill>
                <a:effectLst/>
                <a:latin typeface="+mn-ea"/>
                <a:cs typeface="+mn-ea"/>
                <a:sym typeface="+mn-ea"/>
              </a:rPr>
              <a:t>基于多代理协作系统，将语言模型与专业研究工具相结合，各代理分工明确、协同响应复杂研究需求。</a:t>
            </a:r>
            <a:endParaRPr lang="zh-CN" altLang="zh-CN" sz="1400" dirty="0">
              <a:ln>
                <a:noFill/>
              </a:ln>
              <a:solidFill>
                <a:schemeClr val="tx1">
                  <a:lumMod val="85000"/>
                  <a:lumOff val="15000"/>
                </a:schemeClr>
              </a:solidFill>
              <a:effectLst/>
              <a:latin typeface="+mn-ea"/>
              <a:cs typeface="+mn-ea"/>
              <a:sym typeface="+mn-ea"/>
            </a:endParaRPr>
          </a:p>
        </p:txBody>
      </p:sp>
      <p:sp>
        <p:nvSpPr>
          <p:cNvPr id="6" name="标题"/>
          <p:cNvSpPr/>
          <p:nvPr>
            <p:custDataLst>
              <p:tags r:id="rId5"/>
            </p:custDataLst>
          </p:nvPr>
        </p:nvSpPr>
        <p:spPr>
          <a:xfrm>
            <a:off x="4804696" y="1412629"/>
            <a:ext cx="2643987" cy="649284"/>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dirty="0">
                <a:solidFill>
                  <a:srgbClr val="FFFFFF"/>
                </a:solidFill>
                <a:uFillTx/>
                <a:latin typeface="+mn-ea"/>
                <a:cs typeface="+mn-ea"/>
                <a:sym typeface="+mn-ea"/>
              </a:rPr>
              <a:t>多代理协作系统</a:t>
            </a:r>
            <a:endParaRPr lang="zh-CN" altLang="en-US" b="1" dirty="0">
              <a:solidFill>
                <a:srgbClr val="FFFFFF"/>
              </a:solidFill>
              <a:uFillTx/>
              <a:latin typeface="+mn-ea"/>
              <a:cs typeface="+mn-ea"/>
              <a:sym typeface="+mn-ea"/>
            </a:endParaRPr>
          </a:p>
        </p:txBody>
      </p:sp>
      <p:sp>
        <p:nvSpPr>
          <p:cNvPr id="12" name="矩形: 圆角 11"/>
          <p:cNvSpPr/>
          <p:nvPr>
            <p:custDataLst>
              <p:tags r:id="rId6"/>
            </p:custDataLst>
          </p:nvPr>
        </p:nvSpPr>
        <p:spPr>
          <a:xfrm>
            <a:off x="8111129" y="1746952"/>
            <a:ext cx="3380423" cy="2005339"/>
          </a:xfrm>
          <a:prstGeom prst="roundRect">
            <a:avLst>
              <a:gd name="adj" fmla="val 6098"/>
            </a:avLst>
          </a:prstGeom>
          <a:noFill/>
          <a:ln>
            <a:solidFill>
              <a:schemeClr val="accent3">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dirty="0">
                <a:ln>
                  <a:noFill/>
                </a:ln>
                <a:solidFill>
                  <a:schemeClr val="tx1">
                    <a:lumMod val="85000"/>
                    <a:lumOff val="15000"/>
                  </a:schemeClr>
                </a:solidFill>
                <a:effectLst/>
                <a:latin typeface="+mn-ea"/>
                <a:cs typeface="+mn-ea"/>
                <a:sym typeface="+mn-ea"/>
              </a:rPr>
              <a:t>支持网络搜索、网页爬取、</a:t>
            </a:r>
            <a:r>
              <a:rPr lang="en-US" altLang="zh-CN" sz="1400" dirty="0">
                <a:ln>
                  <a:noFill/>
                </a:ln>
                <a:solidFill>
                  <a:schemeClr val="tx1">
                    <a:lumMod val="85000"/>
                    <a:lumOff val="15000"/>
                  </a:schemeClr>
                </a:solidFill>
                <a:effectLst/>
                <a:latin typeface="+mn-ea"/>
                <a:cs typeface="+mn-ea"/>
                <a:sym typeface="+mn-ea"/>
              </a:rPr>
              <a:t>Python</a:t>
            </a:r>
            <a:r>
              <a:rPr lang="zh-CN" altLang="en-US" sz="1400" dirty="0">
                <a:ln>
                  <a:noFill/>
                </a:ln>
                <a:solidFill>
                  <a:schemeClr val="tx1">
                    <a:lumMod val="85000"/>
                    <a:lumOff val="15000"/>
                  </a:schemeClr>
                </a:solidFill>
                <a:effectLst/>
                <a:latin typeface="+mn-ea"/>
                <a:cs typeface="+mn-ea"/>
                <a:sym typeface="+mn-ea"/>
              </a:rPr>
              <a:t>代码执行等多种研究手段，覆盖从信息获取到数据验证的全链路研究活动。</a:t>
            </a:r>
            <a:endParaRPr lang="zh-CN" altLang="en-US" sz="1400" dirty="0">
              <a:ln>
                <a:noFill/>
              </a:ln>
              <a:solidFill>
                <a:schemeClr val="tx1">
                  <a:lumMod val="85000"/>
                  <a:lumOff val="15000"/>
                </a:schemeClr>
              </a:solidFill>
              <a:effectLst/>
              <a:latin typeface="+mn-ea"/>
              <a:cs typeface="+mn-ea"/>
              <a:sym typeface="+mn-ea"/>
            </a:endParaRPr>
          </a:p>
        </p:txBody>
      </p:sp>
      <p:sp>
        <p:nvSpPr>
          <p:cNvPr id="13" name="标题"/>
          <p:cNvSpPr/>
          <p:nvPr>
            <p:custDataLst>
              <p:tags r:id="rId7"/>
            </p:custDataLst>
          </p:nvPr>
        </p:nvSpPr>
        <p:spPr>
          <a:xfrm>
            <a:off x="8479709" y="1412629"/>
            <a:ext cx="2643987" cy="649284"/>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多元研究手段支持</a:t>
            </a:r>
            <a:endParaRPr lang="zh-CN" altLang="en-US" b="1">
              <a:solidFill>
                <a:srgbClr val="FFFFFF"/>
              </a:solidFill>
              <a:uFillTx/>
              <a:latin typeface="+mn-ea"/>
              <a:cs typeface="+mn-ea"/>
              <a:sym typeface="+mn-ea"/>
            </a:endParaRPr>
          </a:p>
        </p:txBody>
      </p:sp>
      <p:sp>
        <p:nvSpPr>
          <p:cNvPr id="18" name="矩形: 圆角 17"/>
          <p:cNvSpPr/>
          <p:nvPr>
            <p:custDataLst>
              <p:tags r:id="rId8"/>
            </p:custDataLst>
          </p:nvPr>
        </p:nvSpPr>
        <p:spPr>
          <a:xfrm>
            <a:off x="695762" y="4336526"/>
            <a:ext cx="3380423" cy="2005339"/>
          </a:xfrm>
          <a:prstGeom prst="roundRect">
            <a:avLst>
              <a:gd name="adj" fmla="val 6098"/>
            </a:avLst>
          </a:prstGeom>
          <a:noFill/>
          <a:ln>
            <a:solidFill>
              <a:schemeClr val="accent4">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dirty="0">
                <a:ln>
                  <a:noFill/>
                </a:ln>
                <a:solidFill>
                  <a:schemeClr val="tx1">
                    <a:lumMod val="85000"/>
                    <a:lumOff val="15000"/>
                  </a:schemeClr>
                </a:solidFill>
                <a:effectLst/>
                <a:latin typeface="+mn-ea"/>
                <a:cs typeface="+mn-ea"/>
                <a:sym typeface="+mn-ea"/>
              </a:rPr>
              <a:t>采用</a:t>
            </a:r>
            <a:r>
              <a:rPr lang="en-US" altLang="zh-CN" sz="1400" dirty="0">
                <a:ln>
                  <a:noFill/>
                </a:ln>
                <a:solidFill>
                  <a:schemeClr val="tx1">
                    <a:lumMod val="85000"/>
                    <a:lumOff val="15000"/>
                  </a:schemeClr>
                </a:solidFill>
                <a:effectLst/>
                <a:latin typeface="+mn-ea"/>
                <a:cs typeface="+mn-ea"/>
                <a:sym typeface="+mn-ea"/>
              </a:rPr>
              <a:t> LangGraph </a:t>
            </a:r>
            <a:r>
              <a:rPr lang="zh-CN" altLang="en-US" sz="1400" dirty="0">
                <a:ln>
                  <a:noFill/>
                </a:ln>
                <a:solidFill>
                  <a:schemeClr val="tx1">
                    <a:lumMod val="85000"/>
                    <a:lumOff val="15000"/>
                  </a:schemeClr>
                </a:solidFill>
                <a:effectLst/>
                <a:latin typeface="+mn-ea"/>
                <a:cs typeface="+mn-ea"/>
                <a:sym typeface="+mn-ea"/>
              </a:rPr>
              <a:t>工作流引擎，实现基于状态的智能任务调度，确保研究流程可追溯、可中断、可恢复。</a:t>
            </a:r>
            <a:endParaRPr lang="zh-CN" altLang="en-US" sz="1400" dirty="0">
              <a:ln>
                <a:noFill/>
              </a:ln>
              <a:solidFill>
                <a:schemeClr val="tx1">
                  <a:lumMod val="85000"/>
                  <a:lumOff val="15000"/>
                </a:schemeClr>
              </a:solidFill>
              <a:effectLst/>
              <a:latin typeface="+mn-ea"/>
              <a:cs typeface="+mn-ea"/>
              <a:sym typeface="+mn-ea"/>
            </a:endParaRPr>
          </a:p>
        </p:txBody>
      </p:sp>
      <p:sp>
        <p:nvSpPr>
          <p:cNvPr id="19" name="标题"/>
          <p:cNvSpPr/>
          <p:nvPr>
            <p:custDataLst>
              <p:tags r:id="rId9"/>
            </p:custDataLst>
          </p:nvPr>
        </p:nvSpPr>
        <p:spPr>
          <a:xfrm>
            <a:off x="1063707" y="4011719"/>
            <a:ext cx="2643987" cy="649284"/>
          </a:xfrm>
          <a:prstGeom prst="roundRect">
            <a:avLst>
              <a:gd name="adj"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en-US" b="1" dirty="0">
                <a:solidFill>
                  <a:srgbClr val="FFFFFF"/>
                </a:solidFill>
                <a:uFillTx/>
                <a:latin typeface="+mn-ea"/>
                <a:cs typeface="+mn-ea"/>
                <a:sym typeface="+mn-ea"/>
              </a:rPr>
              <a:t>LangGraph</a:t>
            </a:r>
            <a:r>
              <a:rPr lang="zh-CN" altLang="en-US" b="1" dirty="0">
                <a:solidFill>
                  <a:srgbClr val="FFFFFF"/>
                </a:solidFill>
                <a:uFillTx/>
                <a:latin typeface="+mn-ea"/>
                <a:cs typeface="+mn-ea"/>
                <a:sym typeface="+mn-ea"/>
              </a:rPr>
              <a:t>智能调度</a:t>
            </a:r>
            <a:endParaRPr lang="zh-CN" altLang="en-US" b="1" dirty="0">
              <a:solidFill>
                <a:srgbClr val="FFFFFF"/>
              </a:solidFill>
              <a:uFillTx/>
              <a:latin typeface="+mn-ea"/>
              <a:cs typeface="+mn-ea"/>
              <a:sym typeface="+mn-ea"/>
            </a:endParaRPr>
          </a:p>
        </p:txBody>
      </p:sp>
      <p:sp>
        <p:nvSpPr>
          <p:cNvPr id="21" name="矩形: 圆角 20"/>
          <p:cNvSpPr/>
          <p:nvPr>
            <p:custDataLst>
              <p:tags r:id="rId10"/>
            </p:custDataLst>
          </p:nvPr>
        </p:nvSpPr>
        <p:spPr>
          <a:xfrm>
            <a:off x="4370774" y="4336526"/>
            <a:ext cx="3380423" cy="2005339"/>
          </a:xfrm>
          <a:prstGeom prst="roundRect">
            <a:avLst>
              <a:gd name="adj" fmla="val 6098"/>
            </a:avLst>
          </a:prstGeom>
          <a:noFill/>
          <a:ln>
            <a:solidFill>
              <a:schemeClr val="accent5">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dirty="0">
                <a:ln>
                  <a:noFill/>
                </a:ln>
                <a:solidFill>
                  <a:schemeClr val="tx1">
                    <a:lumMod val="85000"/>
                    <a:lumOff val="15000"/>
                  </a:schemeClr>
                </a:solidFill>
                <a:effectLst/>
                <a:latin typeface="+mn-ea"/>
                <a:cs typeface="+mn-ea"/>
                <a:sym typeface="+mn-ea"/>
              </a:rPr>
              <a:t>支持生成研究报告、播客、演示文稿等多模态内容输出，适配不同传播场景与用户偏好。</a:t>
            </a:r>
            <a:endParaRPr lang="zh-CN" altLang="zh-CN" sz="1400" dirty="0">
              <a:ln>
                <a:noFill/>
              </a:ln>
              <a:solidFill>
                <a:schemeClr val="tx1">
                  <a:lumMod val="85000"/>
                  <a:lumOff val="15000"/>
                </a:schemeClr>
              </a:solidFill>
              <a:effectLst/>
              <a:latin typeface="+mn-ea"/>
              <a:cs typeface="+mn-ea"/>
              <a:sym typeface="+mn-ea"/>
            </a:endParaRPr>
          </a:p>
        </p:txBody>
      </p:sp>
      <p:sp>
        <p:nvSpPr>
          <p:cNvPr id="22" name="标题"/>
          <p:cNvSpPr/>
          <p:nvPr>
            <p:custDataLst>
              <p:tags r:id="rId11"/>
            </p:custDataLst>
          </p:nvPr>
        </p:nvSpPr>
        <p:spPr>
          <a:xfrm>
            <a:off x="4738720" y="4011719"/>
            <a:ext cx="2643987" cy="649284"/>
          </a:xfrm>
          <a:prstGeom prst="roundRect">
            <a:avLst>
              <a:gd name="adj" fmla="val 5000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dirty="0">
                <a:solidFill>
                  <a:srgbClr val="FFFFFF"/>
                </a:solidFill>
                <a:uFillTx/>
                <a:latin typeface="+mn-ea"/>
                <a:cs typeface="+mn-ea"/>
                <a:sym typeface="+mn-ea"/>
              </a:rPr>
              <a:t>多模态内容输出</a:t>
            </a:r>
            <a:endParaRPr lang="zh-CN" altLang="en-US" b="1" dirty="0">
              <a:solidFill>
                <a:srgbClr val="FFFFFF"/>
              </a:solidFill>
              <a:uFillTx/>
              <a:latin typeface="+mn-ea"/>
              <a:cs typeface="+mn-ea"/>
              <a:sym typeface="+mn-ea"/>
            </a:endParaRPr>
          </a:p>
        </p:txBody>
      </p:sp>
      <p:sp>
        <p:nvSpPr>
          <p:cNvPr id="5" name="矩形: 圆角 2"/>
          <p:cNvSpPr/>
          <p:nvPr>
            <p:custDataLst>
              <p:tags r:id="rId12"/>
            </p:custDataLst>
          </p:nvPr>
        </p:nvSpPr>
        <p:spPr>
          <a:xfrm>
            <a:off x="8104785" y="4336526"/>
            <a:ext cx="3380423" cy="2005339"/>
          </a:xfrm>
          <a:prstGeom prst="roundRect">
            <a:avLst>
              <a:gd name="adj" fmla="val 6098"/>
            </a:avLst>
          </a:prstGeom>
          <a:noFill/>
          <a:ln>
            <a:solidFill>
              <a:schemeClr val="accent6">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dirty="0">
                <a:ln>
                  <a:noFill/>
                </a:ln>
                <a:solidFill>
                  <a:schemeClr val="tx1">
                    <a:lumMod val="85000"/>
                    <a:lumOff val="15000"/>
                  </a:schemeClr>
                </a:solidFill>
                <a:effectLst/>
                <a:latin typeface="+mn-ea"/>
                <a:cs typeface="+mn-ea"/>
                <a:sym typeface="+mn-ea"/>
              </a:rPr>
              <a:t>具备人机协作能力，支持自然语言交互修改研究计划，研究人员可实时调整目标、约束与执行策略。</a:t>
            </a:r>
            <a:endParaRPr lang="zh-CN" altLang="zh-CN" sz="1400" dirty="0">
              <a:ln>
                <a:noFill/>
              </a:ln>
              <a:solidFill>
                <a:schemeClr val="tx1">
                  <a:lumMod val="85000"/>
                  <a:lumOff val="15000"/>
                </a:schemeClr>
              </a:solidFill>
              <a:effectLst/>
              <a:latin typeface="+mn-ea"/>
              <a:cs typeface="+mn-ea"/>
              <a:sym typeface="+mn-ea"/>
            </a:endParaRPr>
          </a:p>
        </p:txBody>
      </p:sp>
      <p:sp>
        <p:nvSpPr>
          <p:cNvPr id="7" name="标题"/>
          <p:cNvSpPr/>
          <p:nvPr>
            <p:custDataLst>
              <p:tags r:id="rId13"/>
            </p:custDataLst>
          </p:nvPr>
        </p:nvSpPr>
        <p:spPr>
          <a:xfrm>
            <a:off x="8473365" y="4011719"/>
            <a:ext cx="2643987" cy="649284"/>
          </a:xfrm>
          <a:prstGeom prst="roundRect">
            <a:avLst>
              <a:gd name="adj" fmla="val 50000"/>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人机协作交互能力</a:t>
            </a:r>
            <a:endParaRPr lang="zh-CN" altLang="en-US" b="1">
              <a:solidFill>
                <a:srgbClr val="FFFFFF"/>
              </a:solidFill>
              <a:uFillTx/>
              <a:latin typeface="+mn-ea"/>
              <a:cs typeface="+mn-ea"/>
              <a:sym typeface="+mn-ea"/>
            </a:endParaRPr>
          </a:p>
        </p:txBody>
      </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核心价值主张</a:t>
            </a:r>
            <a:endParaRPr lang="zh-CN" altLang="en-US"/>
          </a:p>
        </p:txBody>
      </p:sp>
      <p:sp>
        <p:nvSpPr>
          <p:cNvPr id="18" name="矩形: 圆角 17"/>
          <p:cNvSpPr/>
          <p:nvPr>
            <p:custDataLst>
              <p:tags r:id="rId2"/>
            </p:custDataLst>
          </p:nvPr>
        </p:nvSpPr>
        <p:spPr>
          <a:xfrm>
            <a:off x="6280680" y="2169014"/>
            <a:ext cx="5210431" cy="3782403"/>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45" tIns="504190" rIns="575945" bIns="25209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2000" dirty="0">
                <a:ln>
                  <a:noFill/>
                </a:ln>
                <a:solidFill>
                  <a:schemeClr val="tx1">
                    <a:lumMod val="85000"/>
                    <a:lumOff val="15000"/>
                  </a:schemeClr>
                </a:solidFill>
                <a:effectLst/>
                <a:latin typeface="+mn-ea"/>
                <a:cs typeface="+mn-ea"/>
                <a:sym typeface="+mn-ea"/>
              </a:rPr>
              <a:t>●</a:t>
            </a:r>
            <a:r>
              <a:rPr lang="en-US" altLang="zh-CN" sz="2000" dirty="0">
                <a:ln>
                  <a:noFill/>
                </a:ln>
                <a:solidFill>
                  <a:schemeClr val="tx1">
                    <a:lumMod val="85000"/>
                    <a:lumOff val="15000"/>
                  </a:schemeClr>
                </a:solidFill>
                <a:effectLst/>
                <a:latin typeface="+mn-ea"/>
                <a:cs typeface="+mn-ea"/>
                <a:sym typeface="+mn-ea"/>
              </a:rPr>
              <a:t> </a:t>
            </a:r>
            <a:r>
              <a:rPr lang="zh-CN" altLang="en-US" sz="2000" dirty="0">
                <a:ln>
                  <a:noFill/>
                </a:ln>
                <a:solidFill>
                  <a:schemeClr val="tx1">
                    <a:lumMod val="85000"/>
                    <a:lumOff val="15000"/>
                  </a:schemeClr>
                </a:solidFill>
                <a:effectLst/>
                <a:latin typeface="+mn-ea"/>
                <a:cs typeface="+mn-ea"/>
                <a:sym typeface="+mn-ea"/>
              </a:rPr>
              <a:t>提升分析效率</a:t>
            </a:r>
            <a:endParaRPr lang="en-US" altLang="zh-CN" sz="20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zh-CN" altLang="zh-CN" sz="2000" dirty="0">
                <a:ln>
                  <a:noFill/>
                </a:ln>
                <a:solidFill>
                  <a:schemeClr val="tx1">
                    <a:lumMod val="85000"/>
                    <a:lumOff val="15000"/>
                  </a:schemeClr>
                </a:solidFill>
                <a:effectLst/>
                <a:latin typeface="+mn-ea"/>
                <a:cs typeface="+mn-ea"/>
                <a:sym typeface="+mn-ea"/>
              </a:rPr>
              <a:t>●</a:t>
            </a:r>
            <a:r>
              <a:rPr lang="en-US" altLang="zh-CN" sz="2000" dirty="0">
                <a:ln>
                  <a:noFill/>
                </a:ln>
                <a:solidFill>
                  <a:schemeClr val="tx1">
                    <a:lumMod val="85000"/>
                    <a:lumOff val="15000"/>
                  </a:schemeClr>
                </a:solidFill>
                <a:effectLst/>
                <a:latin typeface="+mn-ea"/>
                <a:cs typeface="+mn-ea"/>
                <a:sym typeface="+mn-ea"/>
              </a:rPr>
              <a:t> </a:t>
            </a:r>
            <a:r>
              <a:rPr lang="zh-CN" altLang="en-US" sz="2000" dirty="0">
                <a:ln>
                  <a:noFill/>
                </a:ln>
                <a:solidFill>
                  <a:schemeClr val="tx1">
                    <a:lumMod val="85000"/>
                    <a:lumOff val="15000"/>
                  </a:schemeClr>
                </a:solidFill>
                <a:effectLst/>
                <a:latin typeface="+mn-ea"/>
                <a:cs typeface="+mn-ea"/>
                <a:sym typeface="+mn-ea"/>
              </a:rPr>
              <a:t>加速技术趋势研判</a:t>
            </a:r>
            <a:endParaRPr lang="en-US" altLang="zh-CN" sz="20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zh-CN" altLang="zh-CN" sz="2000" dirty="0">
                <a:ln>
                  <a:noFill/>
                </a:ln>
                <a:solidFill>
                  <a:schemeClr val="tx1">
                    <a:lumMod val="85000"/>
                    <a:lumOff val="15000"/>
                  </a:schemeClr>
                </a:solidFill>
                <a:effectLst/>
                <a:latin typeface="+mn-ea"/>
                <a:cs typeface="+mn-ea"/>
                <a:sym typeface="+mn-ea"/>
              </a:rPr>
              <a:t>●</a:t>
            </a:r>
            <a:r>
              <a:rPr lang="en-US" altLang="zh-CN" sz="2000" dirty="0">
                <a:ln>
                  <a:noFill/>
                </a:ln>
                <a:solidFill>
                  <a:schemeClr val="tx1">
                    <a:lumMod val="85000"/>
                    <a:lumOff val="15000"/>
                  </a:schemeClr>
                </a:solidFill>
                <a:effectLst/>
                <a:latin typeface="+mn-ea"/>
                <a:cs typeface="+mn-ea"/>
                <a:sym typeface="+mn-ea"/>
              </a:rPr>
              <a:t> </a:t>
            </a:r>
            <a:r>
              <a:rPr lang="zh-CN" altLang="en-US" sz="2000" dirty="0">
                <a:ln>
                  <a:noFill/>
                </a:ln>
                <a:solidFill>
                  <a:schemeClr val="tx1">
                    <a:lumMod val="85000"/>
                    <a:lumOff val="15000"/>
                  </a:schemeClr>
                </a:solidFill>
                <a:effectLst/>
                <a:latin typeface="+mn-ea"/>
                <a:cs typeface="+mn-ea"/>
                <a:sym typeface="+mn-ea"/>
              </a:rPr>
              <a:t>支持决策研究</a:t>
            </a:r>
            <a:endParaRPr lang="en-US" altLang="zh-CN" sz="20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zh-CN" altLang="zh-CN" sz="2000" dirty="0">
                <a:ln>
                  <a:noFill/>
                </a:ln>
                <a:solidFill>
                  <a:schemeClr val="tx1">
                    <a:lumMod val="85000"/>
                    <a:lumOff val="15000"/>
                  </a:schemeClr>
                </a:solidFill>
                <a:effectLst/>
                <a:latin typeface="+mn-ea"/>
                <a:cs typeface="+mn-ea"/>
                <a:sym typeface="+mn-ea"/>
              </a:rPr>
              <a:t>●</a:t>
            </a:r>
            <a:r>
              <a:rPr lang="en-US" altLang="zh-CN" sz="2000" dirty="0">
                <a:ln>
                  <a:noFill/>
                </a:ln>
                <a:solidFill>
                  <a:schemeClr val="tx1">
                    <a:lumMod val="85000"/>
                    <a:lumOff val="15000"/>
                  </a:schemeClr>
                </a:solidFill>
                <a:effectLst/>
                <a:latin typeface="+mn-ea"/>
                <a:cs typeface="+mn-ea"/>
                <a:sym typeface="+mn-ea"/>
              </a:rPr>
              <a:t> </a:t>
            </a:r>
            <a:r>
              <a:rPr lang="zh-CN" altLang="en-US" sz="2000" dirty="0">
                <a:ln>
                  <a:noFill/>
                </a:ln>
                <a:solidFill>
                  <a:schemeClr val="tx1">
                    <a:lumMod val="85000"/>
                    <a:lumOff val="15000"/>
                  </a:schemeClr>
                </a:solidFill>
                <a:effectLst/>
                <a:latin typeface="+mn-ea"/>
                <a:cs typeface="+mn-ea"/>
                <a:sym typeface="+mn-ea"/>
              </a:rPr>
              <a:t>标准化研究流程</a:t>
            </a:r>
            <a:endParaRPr lang="en-US" altLang="zh-CN" sz="20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zh-CN" altLang="zh-CN" sz="2000" dirty="0">
                <a:ln>
                  <a:noFill/>
                </a:ln>
                <a:solidFill>
                  <a:schemeClr val="tx1">
                    <a:lumMod val="85000"/>
                    <a:lumOff val="15000"/>
                  </a:schemeClr>
                </a:solidFill>
                <a:effectLst/>
                <a:latin typeface="+mn-ea"/>
                <a:cs typeface="+mn-ea"/>
                <a:sym typeface="+mn-ea"/>
              </a:rPr>
              <a:t>●</a:t>
            </a:r>
            <a:r>
              <a:rPr lang="en-US" altLang="zh-CN" sz="2000" dirty="0">
                <a:ln>
                  <a:noFill/>
                </a:ln>
                <a:solidFill>
                  <a:schemeClr val="tx1">
                    <a:lumMod val="85000"/>
                    <a:lumOff val="15000"/>
                  </a:schemeClr>
                </a:solidFill>
                <a:effectLst/>
                <a:latin typeface="+mn-ea"/>
                <a:cs typeface="+mn-ea"/>
                <a:sym typeface="+mn-ea"/>
              </a:rPr>
              <a:t> </a:t>
            </a:r>
            <a:r>
              <a:rPr lang="zh-CN" altLang="en-US" sz="2000" dirty="0">
                <a:ln>
                  <a:noFill/>
                </a:ln>
                <a:solidFill>
                  <a:schemeClr val="tx1">
                    <a:lumMod val="85000"/>
                    <a:lumOff val="15000"/>
                  </a:schemeClr>
                </a:solidFill>
                <a:effectLst/>
                <a:latin typeface="+mn-ea"/>
                <a:cs typeface="+mn-ea"/>
                <a:sym typeface="+mn-ea"/>
              </a:rPr>
              <a:t>积累知识资产</a:t>
            </a:r>
            <a:endParaRPr lang="zh-CN" altLang="en-US" sz="2000" dirty="0">
              <a:ln>
                <a:noFill/>
              </a:ln>
              <a:solidFill>
                <a:schemeClr val="tx1">
                  <a:lumMod val="85000"/>
                  <a:lumOff val="15000"/>
                </a:schemeClr>
              </a:solidFill>
              <a:effectLst/>
              <a:latin typeface="+mn-ea"/>
              <a:cs typeface="+mn-ea"/>
              <a:sym typeface="+mn-ea"/>
            </a:endParaRPr>
          </a:p>
        </p:txBody>
      </p:sp>
      <p:sp>
        <p:nvSpPr>
          <p:cNvPr id="4" name="矩形: 圆角 3"/>
          <p:cNvSpPr/>
          <p:nvPr>
            <p:custDataLst>
              <p:tags r:id="rId3"/>
            </p:custDataLst>
          </p:nvPr>
        </p:nvSpPr>
        <p:spPr>
          <a:xfrm>
            <a:off x="695762" y="2169014"/>
            <a:ext cx="5210431" cy="3782403"/>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45" tIns="504190" rIns="575945" bIns="252095" numCol="1" spcCol="0" rtlCol="0" fromWordArt="0" anchor="ctr" anchorCtr="0" forceAA="0" compatLnSpc="1">
            <a:noAutofit/>
          </a:bodyPr>
          <a:lstStyle/>
          <a:p>
            <a:pPr marL="0" algn="just" rtl="0" eaLnBrk="1" latinLnBrk="0" hangingPunct="1">
              <a:lnSpc>
                <a:spcPct val="150000"/>
              </a:lnSpc>
              <a:spcBef>
                <a:spcPts val="0"/>
              </a:spcBef>
              <a:spcAft>
                <a:spcPts val="0"/>
              </a:spcAft>
            </a:pPr>
            <a:r>
              <a:rPr lang="zh-CN" altLang="zh-CN" sz="2000" kern="1200" dirty="0">
                <a:ln>
                  <a:noFill/>
                </a:ln>
                <a:solidFill>
                  <a:schemeClr val="tx1">
                    <a:lumMod val="85000"/>
                    <a:lumOff val="15000"/>
                  </a:schemeClr>
                </a:solidFill>
                <a:effectLst/>
                <a:latin typeface="+mn-ea"/>
                <a:cs typeface="+mn-ea"/>
                <a:sym typeface="+mn-ea"/>
              </a:rPr>
              <a:t>●</a:t>
            </a:r>
            <a:r>
              <a:rPr lang="en-US" altLang="zh-CN" sz="2000" kern="1200" dirty="0">
                <a:ln>
                  <a:noFill/>
                </a:ln>
                <a:solidFill>
                  <a:schemeClr val="tx1">
                    <a:lumMod val="85000"/>
                    <a:lumOff val="15000"/>
                  </a:schemeClr>
                </a:solidFill>
                <a:effectLst/>
                <a:latin typeface="+mn-ea"/>
                <a:cs typeface="+mn-ea"/>
                <a:sym typeface="+mn-ea"/>
              </a:rPr>
              <a:t> </a:t>
            </a:r>
            <a:r>
              <a:rPr lang="zh-CN" altLang="en-US" sz="2000" kern="1200" dirty="0">
                <a:ln>
                  <a:noFill/>
                </a:ln>
                <a:solidFill>
                  <a:schemeClr val="tx1">
                    <a:lumMod val="85000"/>
                    <a:lumOff val="15000"/>
                  </a:schemeClr>
                </a:solidFill>
                <a:effectLst/>
                <a:latin typeface="+mn-ea"/>
                <a:cs typeface="+mn-ea"/>
                <a:sym typeface="+mn-ea"/>
              </a:rPr>
              <a:t>自动化繁琐的研究资料收集</a:t>
            </a:r>
            <a:endParaRPr lang="en-US" altLang="zh-CN" sz="2000" kern="1200" dirty="0">
              <a:ln>
                <a:noFill/>
              </a:ln>
              <a:solidFill>
                <a:schemeClr val="tx1">
                  <a:lumMod val="85000"/>
                  <a:lumOff val="15000"/>
                </a:schemeClr>
              </a:solidFill>
              <a:effectLst/>
              <a:latin typeface="+mn-ea"/>
              <a:cs typeface="+mn-ea"/>
              <a:sym typeface="+mn-ea"/>
            </a:endParaRPr>
          </a:p>
          <a:p>
            <a:pPr marL="0" algn="just" rtl="0" eaLnBrk="1" latinLnBrk="0" hangingPunct="1">
              <a:lnSpc>
                <a:spcPct val="150000"/>
              </a:lnSpc>
              <a:spcBef>
                <a:spcPts val="0"/>
              </a:spcBef>
              <a:spcAft>
                <a:spcPts val="0"/>
              </a:spcAft>
            </a:pPr>
            <a:r>
              <a:rPr lang="zh-CN" altLang="zh-CN" sz="2000" kern="1200" dirty="0">
                <a:ln>
                  <a:noFill/>
                </a:ln>
                <a:solidFill>
                  <a:schemeClr val="tx1">
                    <a:lumMod val="85000"/>
                    <a:lumOff val="15000"/>
                  </a:schemeClr>
                </a:solidFill>
                <a:effectLst/>
                <a:latin typeface="+mn-ea"/>
                <a:cs typeface="+mn-ea"/>
                <a:sym typeface="+mn-ea"/>
              </a:rPr>
              <a:t>●</a:t>
            </a:r>
            <a:r>
              <a:rPr lang="en-US" altLang="zh-CN" sz="2000" kern="1200" dirty="0">
                <a:ln>
                  <a:noFill/>
                </a:ln>
                <a:solidFill>
                  <a:schemeClr val="tx1">
                    <a:lumMod val="85000"/>
                    <a:lumOff val="15000"/>
                  </a:schemeClr>
                </a:solidFill>
                <a:effectLst/>
                <a:latin typeface="+mn-ea"/>
                <a:cs typeface="+mn-ea"/>
                <a:sym typeface="+mn-ea"/>
              </a:rPr>
              <a:t> </a:t>
            </a:r>
            <a:r>
              <a:rPr lang="zh-CN" altLang="en-US" sz="2000" kern="1200" dirty="0">
                <a:ln>
                  <a:noFill/>
                </a:ln>
                <a:solidFill>
                  <a:schemeClr val="tx1">
                    <a:lumMod val="85000"/>
                    <a:lumOff val="15000"/>
                  </a:schemeClr>
                </a:solidFill>
                <a:effectLst/>
                <a:latin typeface="+mn-ea"/>
                <a:cs typeface="+mn-ea"/>
                <a:sym typeface="+mn-ea"/>
              </a:rPr>
              <a:t>快速整合多源异构信息</a:t>
            </a:r>
            <a:endParaRPr lang="en-US" altLang="zh-CN" sz="2000" kern="1200" dirty="0">
              <a:ln>
                <a:noFill/>
              </a:ln>
              <a:solidFill>
                <a:schemeClr val="tx1">
                  <a:lumMod val="85000"/>
                  <a:lumOff val="15000"/>
                </a:schemeClr>
              </a:solidFill>
              <a:effectLst/>
              <a:latin typeface="+mn-ea"/>
              <a:cs typeface="+mn-ea"/>
              <a:sym typeface="+mn-ea"/>
            </a:endParaRPr>
          </a:p>
          <a:p>
            <a:pPr marL="0" algn="just" rtl="0" eaLnBrk="1" latinLnBrk="0" hangingPunct="1">
              <a:lnSpc>
                <a:spcPct val="150000"/>
              </a:lnSpc>
              <a:spcBef>
                <a:spcPts val="0"/>
              </a:spcBef>
              <a:spcAft>
                <a:spcPts val="0"/>
              </a:spcAft>
            </a:pPr>
            <a:r>
              <a:rPr lang="zh-CN" altLang="zh-CN" sz="2000" kern="1200" dirty="0">
                <a:ln>
                  <a:noFill/>
                </a:ln>
                <a:solidFill>
                  <a:schemeClr val="tx1">
                    <a:lumMod val="85000"/>
                    <a:lumOff val="15000"/>
                  </a:schemeClr>
                </a:solidFill>
                <a:effectLst/>
                <a:latin typeface="+mn-ea"/>
                <a:cs typeface="+mn-ea"/>
                <a:sym typeface="+mn-ea"/>
              </a:rPr>
              <a:t>●</a:t>
            </a:r>
            <a:r>
              <a:rPr lang="en-US" altLang="zh-CN" sz="2000" kern="1200" dirty="0">
                <a:ln>
                  <a:noFill/>
                </a:ln>
                <a:solidFill>
                  <a:schemeClr val="tx1">
                    <a:lumMod val="85000"/>
                    <a:lumOff val="15000"/>
                  </a:schemeClr>
                </a:solidFill>
                <a:effectLst/>
                <a:latin typeface="+mn-ea"/>
                <a:cs typeface="+mn-ea"/>
                <a:sym typeface="+mn-ea"/>
              </a:rPr>
              <a:t> </a:t>
            </a:r>
            <a:r>
              <a:rPr lang="zh-CN" altLang="en-US" sz="2000" kern="1200" dirty="0">
                <a:ln>
                  <a:noFill/>
                </a:ln>
                <a:solidFill>
                  <a:schemeClr val="tx1">
                    <a:lumMod val="85000"/>
                    <a:lumOff val="15000"/>
                  </a:schemeClr>
                </a:solidFill>
                <a:effectLst/>
                <a:latin typeface="+mn-ea"/>
                <a:cs typeface="+mn-ea"/>
                <a:sym typeface="+mn-ea"/>
              </a:rPr>
              <a:t>智能生成结构化研究报告</a:t>
            </a:r>
            <a:endParaRPr lang="en-US" altLang="zh-CN" sz="2000" kern="1200" dirty="0">
              <a:ln>
                <a:noFill/>
              </a:ln>
              <a:solidFill>
                <a:schemeClr val="tx1">
                  <a:lumMod val="85000"/>
                  <a:lumOff val="15000"/>
                </a:schemeClr>
              </a:solidFill>
              <a:effectLst/>
              <a:latin typeface="+mn-ea"/>
              <a:cs typeface="+mn-ea"/>
              <a:sym typeface="+mn-ea"/>
            </a:endParaRPr>
          </a:p>
          <a:p>
            <a:pPr marL="0" algn="just" rtl="0" eaLnBrk="1" latinLnBrk="0" hangingPunct="1">
              <a:lnSpc>
                <a:spcPct val="150000"/>
              </a:lnSpc>
              <a:spcBef>
                <a:spcPts val="0"/>
              </a:spcBef>
              <a:spcAft>
                <a:spcPts val="0"/>
              </a:spcAft>
            </a:pPr>
            <a:r>
              <a:rPr lang="zh-CN" altLang="zh-CN" sz="2000" kern="1200" dirty="0">
                <a:ln>
                  <a:noFill/>
                </a:ln>
                <a:solidFill>
                  <a:schemeClr val="tx1">
                    <a:lumMod val="85000"/>
                    <a:lumOff val="15000"/>
                  </a:schemeClr>
                </a:solidFill>
                <a:effectLst/>
                <a:latin typeface="+mn-ea"/>
                <a:cs typeface="+mn-ea"/>
                <a:sym typeface="+mn-ea"/>
              </a:rPr>
              <a:t>●</a:t>
            </a:r>
            <a:r>
              <a:rPr lang="en-US" altLang="zh-CN" sz="2000" kern="1200" dirty="0">
                <a:ln>
                  <a:noFill/>
                </a:ln>
                <a:solidFill>
                  <a:schemeClr val="tx1">
                    <a:lumMod val="85000"/>
                    <a:lumOff val="15000"/>
                  </a:schemeClr>
                </a:solidFill>
                <a:effectLst/>
                <a:latin typeface="+mn-ea"/>
                <a:cs typeface="+mn-ea"/>
                <a:sym typeface="+mn-ea"/>
              </a:rPr>
              <a:t> </a:t>
            </a:r>
            <a:r>
              <a:rPr lang="zh-CN" altLang="en-US" sz="2000" kern="1200" dirty="0">
                <a:ln>
                  <a:noFill/>
                </a:ln>
                <a:solidFill>
                  <a:schemeClr val="tx1">
                    <a:lumMod val="85000"/>
                    <a:lumOff val="15000"/>
                  </a:schemeClr>
                </a:solidFill>
                <a:effectLst/>
                <a:latin typeface="+mn-ea"/>
                <a:cs typeface="+mn-ea"/>
                <a:sym typeface="+mn-ea"/>
              </a:rPr>
              <a:t>支持多格式内容输出</a:t>
            </a:r>
            <a:endParaRPr lang="en-US" altLang="zh-CN" sz="2000" kern="1200" dirty="0">
              <a:ln>
                <a:noFill/>
              </a:ln>
              <a:solidFill>
                <a:schemeClr val="tx1">
                  <a:lumMod val="85000"/>
                  <a:lumOff val="15000"/>
                </a:schemeClr>
              </a:solidFill>
              <a:effectLst/>
              <a:latin typeface="+mn-ea"/>
              <a:cs typeface="+mn-ea"/>
              <a:sym typeface="+mn-ea"/>
            </a:endParaRPr>
          </a:p>
          <a:p>
            <a:pPr marL="0" algn="just" rtl="0" eaLnBrk="1" latinLnBrk="0" hangingPunct="1">
              <a:lnSpc>
                <a:spcPct val="150000"/>
              </a:lnSpc>
              <a:spcBef>
                <a:spcPts val="0"/>
              </a:spcBef>
              <a:spcAft>
                <a:spcPts val="0"/>
              </a:spcAft>
            </a:pPr>
            <a:r>
              <a:rPr lang="zh-CN" altLang="zh-CN" sz="2000" kern="1200" dirty="0">
                <a:ln>
                  <a:noFill/>
                </a:ln>
                <a:solidFill>
                  <a:schemeClr val="tx1">
                    <a:lumMod val="85000"/>
                    <a:lumOff val="15000"/>
                  </a:schemeClr>
                </a:solidFill>
                <a:effectLst/>
                <a:latin typeface="+mn-ea"/>
                <a:cs typeface="+mn-ea"/>
                <a:sym typeface="+mn-ea"/>
              </a:rPr>
              <a:t>●</a:t>
            </a:r>
            <a:r>
              <a:rPr lang="en-US" altLang="zh-CN" sz="2000" kern="1200" dirty="0">
                <a:ln>
                  <a:noFill/>
                </a:ln>
                <a:solidFill>
                  <a:schemeClr val="tx1">
                    <a:lumMod val="85000"/>
                    <a:lumOff val="15000"/>
                  </a:schemeClr>
                </a:solidFill>
                <a:effectLst/>
                <a:latin typeface="+mn-ea"/>
                <a:cs typeface="+mn-ea"/>
                <a:sym typeface="+mn-ea"/>
              </a:rPr>
              <a:t> </a:t>
            </a:r>
            <a:r>
              <a:rPr lang="zh-CN" altLang="en-US" sz="2000" kern="1200" dirty="0">
                <a:ln>
                  <a:noFill/>
                </a:ln>
                <a:solidFill>
                  <a:schemeClr val="tx1">
                    <a:lumMod val="85000"/>
                    <a:lumOff val="15000"/>
                  </a:schemeClr>
                </a:solidFill>
                <a:effectLst/>
                <a:latin typeface="+mn-ea"/>
                <a:cs typeface="+mn-ea"/>
                <a:sym typeface="+mn-ea"/>
              </a:rPr>
              <a:t>大幅降低研究时间成本</a:t>
            </a:r>
            <a:endParaRPr lang="zh-CN" altLang="en-US" sz="2000" kern="1200" dirty="0">
              <a:ln>
                <a:noFill/>
              </a:ln>
              <a:solidFill>
                <a:schemeClr val="tx1">
                  <a:lumMod val="85000"/>
                  <a:lumOff val="15000"/>
                </a:schemeClr>
              </a:solidFill>
              <a:effectLst/>
              <a:latin typeface="+mn-ea"/>
              <a:cs typeface="+mn-ea"/>
              <a:sym typeface="+mn-ea"/>
            </a:endParaRPr>
          </a:p>
        </p:txBody>
      </p:sp>
      <p:sp>
        <p:nvSpPr>
          <p:cNvPr id="2" name="标题"/>
          <p:cNvSpPr/>
          <p:nvPr>
            <p:custDataLst>
              <p:tags r:id="rId4"/>
            </p:custDataLst>
          </p:nvPr>
        </p:nvSpPr>
        <p:spPr>
          <a:xfrm>
            <a:off x="1888398" y="1802195"/>
            <a:ext cx="2825380" cy="73453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2200" b="1" dirty="0">
                <a:solidFill>
                  <a:srgbClr val="FFFFFF"/>
                </a:solidFill>
                <a:uFillTx/>
                <a:latin typeface="+mn-ea"/>
                <a:cs typeface="+mn-ea"/>
                <a:sym typeface="+mn-ea"/>
              </a:rPr>
              <a:t>为研究者赋能</a:t>
            </a:r>
            <a:endParaRPr lang="zh-CN" altLang="en-US" sz="2200" b="1" dirty="0">
              <a:solidFill>
                <a:srgbClr val="FFFFFF"/>
              </a:solidFill>
              <a:uFillTx/>
              <a:latin typeface="+mn-ea"/>
              <a:cs typeface="+mn-ea"/>
              <a:sym typeface="+mn-ea"/>
            </a:endParaRPr>
          </a:p>
        </p:txBody>
      </p:sp>
      <p:sp>
        <p:nvSpPr>
          <p:cNvPr id="10" name="标题"/>
          <p:cNvSpPr/>
          <p:nvPr>
            <p:custDataLst>
              <p:tags r:id="rId5"/>
            </p:custDataLst>
          </p:nvPr>
        </p:nvSpPr>
        <p:spPr>
          <a:xfrm>
            <a:off x="7473316" y="1802195"/>
            <a:ext cx="2825380" cy="734539"/>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2200" b="1">
                <a:solidFill>
                  <a:srgbClr val="FFFFFF"/>
                </a:solidFill>
                <a:uFillTx/>
                <a:latin typeface="+mn-ea"/>
                <a:cs typeface="+mn-ea"/>
                <a:sym typeface="+mn-ea"/>
              </a:rPr>
              <a:t>为科研创造价值</a:t>
            </a:r>
            <a:endParaRPr lang="zh-CN" altLang="en-US" sz="2200" b="1">
              <a:solidFill>
                <a:srgbClr val="FFFFFF"/>
              </a:solidFill>
              <a:uFillTx/>
              <a:latin typeface="+mn-ea"/>
              <a:cs typeface="+mn-ea"/>
              <a:sym typeface="+mn-ea"/>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02  系统架构与技术栈</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SYSTEM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系统技术架构</a:t>
            </a:r>
            <a:endParaRPr lang="zh-CN" altLang="en-US"/>
          </a:p>
        </p:txBody>
      </p:sp>
      <p:sp>
        <p:nvSpPr>
          <p:cNvPr id="3" name="任意多边形 3"/>
          <p:cNvSpPr/>
          <p:nvPr>
            <p:custDataLst>
              <p:tags r:id="rId2"/>
            </p:custDataLst>
          </p:nvPr>
        </p:nvSpPr>
        <p:spPr>
          <a:xfrm>
            <a:off x="6033" y="3339242"/>
            <a:ext cx="12179300" cy="1082182"/>
          </a:xfrm>
          <a:custGeom>
            <a:avLst/>
            <a:gdLst/>
            <a:ahLst/>
            <a:cxnLst>
              <a:cxn ang="3">
                <a:pos x="hc" y="t"/>
              </a:cxn>
              <a:cxn ang="cd2">
                <a:pos x="l" y="vc"/>
              </a:cxn>
              <a:cxn ang="cd4">
                <a:pos x="hc" y="b"/>
              </a:cxn>
              <a:cxn ang="0">
                <a:pos x="r" y="vc"/>
              </a:cxn>
            </a:cxnLst>
            <a:rect l="l" t="t" r="r" b="b"/>
            <a:pathLst>
              <a:path w="19200" h="1706">
                <a:moveTo>
                  <a:pt x="19200" y="0"/>
                </a:moveTo>
                <a:lnTo>
                  <a:pt x="19200" y="1706"/>
                </a:lnTo>
                <a:cubicBezTo>
                  <a:pt x="17340" y="1238"/>
                  <a:pt x="9556" y="882"/>
                  <a:pt x="69" y="855"/>
                </a:cubicBezTo>
                <a:lnTo>
                  <a:pt x="0" y="854"/>
                </a:lnTo>
                <a:lnTo>
                  <a:pt x="0" y="852"/>
                </a:lnTo>
                <a:lnTo>
                  <a:pt x="69" y="851"/>
                </a:lnTo>
                <a:cubicBezTo>
                  <a:pt x="9556" y="824"/>
                  <a:pt x="17340" y="468"/>
                  <a:pt x="19200" y="0"/>
                </a:cubicBezTo>
                <a:close/>
              </a:path>
            </a:pathLst>
          </a:custGeom>
          <a:gradFill>
            <a:gsLst>
              <a:gs pos="8000">
                <a:schemeClr val="accent1">
                  <a:alpha val="67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sp>
        <p:nvSpPr>
          <p:cNvPr id="9" name="任意多边形: 形状 21"/>
          <p:cNvSpPr/>
          <p:nvPr>
            <p:custDataLst>
              <p:tags r:id="rId3"/>
            </p:custDataLst>
          </p:nvPr>
        </p:nvSpPr>
        <p:spPr>
          <a:xfrm>
            <a:off x="3693443" y="3430586"/>
            <a:ext cx="8491890" cy="898858"/>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8000">
                <a:schemeClr val="accent1">
                  <a:lumMod val="60000"/>
                  <a:lumOff val="40000"/>
                  <a:alpha val="55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sp>
        <p:nvSpPr>
          <p:cNvPr id="10" name="任意多边形: 形状 21"/>
          <p:cNvSpPr/>
          <p:nvPr>
            <p:custDataLst>
              <p:tags r:id="rId4"/>
            </p:custDataLst>
          </p:nvPr>
        </p:nvSpPr>
        <p:spPr>
          <a:xfrm>
            <a:off x="6308186" y="3638015"/>
            <a:ext cx="5877147" cy="484635"/>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0">
                <a:schemeClr val="accent1">
                  <a:lumMod val="20000"/>
                  <a:lumOff val="80000"/>
                  <a:alpha val="5000"/>
                </a:schemeClr>
              </a:gs>
              <a:gs pos="100000">
                <a:schemeClr val="accent1">
                  <a:alpha val="1000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cxnSp>
        <p:nvCxnSpPr>
          <p:cNvPr id="11" name="直接连接符 28"/>
          <p:cNvCxnSpPr/>
          <p:nvPr>
            <p:custDataLst>
              <p:tags r:id="rId5"/>
            </p:custDataLst>
          </p:nvPr>
        </p:nvCxnSpPr>
        <p:spPr>
          <a:xfrm flipV="1">
            <a:off x="2601746" y="3945669"/>
            <a:ext cx="0" cy="539188"/>
          </a:xfrm>
          <a:prstGeom prst="line">
            <a:avLst/>
          </a:prstGeom>
          <a:ln>
            <a:gradFill>
              <a:gsLst>
                <a:gs pos="0">
                  <a:schemeClr val="accent2">
                    <a:alpha val="0"/>
                  </a:schemeClr>
                </a:gs>
                <a:gs pos="100000">
                  <a:schemeClr val="accent2">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32" name="直接连接符 31"/>
          <p:cNvCxnSpPr/>
          <p:nvPr>
            <p:custDataLst>
              <p:tags r:id="rId6"/>
            </p:custDataLst>
          </p:nvPr>
        </p:nvCxnSpPr>
        <p:spPr>
          <a:xfrm flipV="1">
            <a:off x="4606890" y="3945669"/>
            <a:ext cx="0" cy="539188"/>
          </a:xfrm>
          <a:prstGeom prst="line">
            <a:avLst/>
          </a:prstGeom>
          <a:ln>
            <a:gradFill>
              <a:gsLst>
                <a:gs pos="0">
                  <a:schemeClr val="accent4">
                    <a:alpha val="0"/>
                  </a:schemeClr>
                </a:gs>
                <a:gs pos="100000">
                  <a:schemeClr val="accent4">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35" name="直接连接符 34"/>
          <p:cNvCxnSpPr/>
          <p:nvPr>
            <p:custDataLst>
              <p:tags r:id="rId7"/>
            </p:custDataLst>
          </p:nvPr>
        </p:nvCxnSpPr>
        <p:spPr>
          <a:xfrm flipV="1">
            <a:off x="6612035" y="3945669"/>
            <a:ext cx="0" cy="539188"/>
          </a:xfrm>
          <a:prstGeom prst="line">
            <a:avLst/>
          </a:prstGeom>
          <a:ln>
            <a:gradFill>
              <a:gsLst>
                <a:gs pos="0">
                  <a:schemeClr val="accent6">
                    <a:alpha val="0"/>
                  </a:schemeClr>
                </a:gs>
                <a:gs pos="100000">
                  <a:schemeClr val="accent6">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41" name="直接连接符 40"/>
          <p:cNvCxnSpPr/>
          <p:nvPr>
            <p:custDataLst>
              <p:tags r:id="rId8"/>
            </p:custDataLst>
          </p:nvPr>
        </p:nvCxnSpPr>
        <p:spPr>
          <a:xfrm flipV="1">
            <a:off x="8617179" y="3945669"/>
            <a:ext cx="0" cy="539188"/>
          </a:xfrm>
          <a:prstGeom prst="line">
            <a:avLst/>
          </a:prstGeom>
          <a:ln>
            <a:gradFill>
              <a:gsLst>
                <a:gs pos="0">
                  <a:schemeClr val="accent2">
                    <a:alpha val="0"/>
                  </a:schemeClr>
                </a:gs>
                <a:gs pos="100000">
                  <a:schemeClr val="accent2">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42" name="直接连接符 41"/>
          <p:cNvCxnSpPr/>
          <p:nvPr>
            <p:custDataLst>
              <p:tags r:id="rId9"/>
            </p:custDataLst>
          </p:nvPr>
        </p:nvCxnSpPr>
        <p:spPr>
          <a:xfrm flipV="1">
            <a:off x="10622957" y="3945669"/>
            <a:ext cx="0" cy="539188"/>
          </a:xfrm>
          <a:prstGeom prst="line">
            <a:avLst/>
          </a:prstGeom>
          <a:ln>
            <a:gradFill>
              <a:gsLst>
                <a:gs pos="0">
                  <a:schemeClr val="accent4">
                    <a:alpha val="0"/>
                  </a:schemeClr>
                </a:gs>
                <a:gs pos="100000">
                  <a:schemeClr val="accent4">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88" name="文本框 87"/>
          <p:cNvSpPr txBox="1"/>
          <p:nvPr>
            <p:custDataLst>
              <p:tags r:id="rId10"/>
            </p:custDataLst>
          </p:nvPr>
        </p:nvSpPr>
        <p:spPr>
          <a:xfrm>
            <a:off x="2339764" y="4607919"/>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rPr>
              <a:t>02</a:t>
            </a:r>
            <a:endPar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endParaRPr>
          </a:p>
        </p:txBody>
      </p:sp>
      <p:sp>
        <p:nvSpPr>
          <p:cNvPr id="89" name="文本框 88"/>
          <p:cNvSpPr txBox="1"/>
          <p:nvPr>
            <p:custDataLst>
              <p:tags r:id="rId11"/>
            </p:custDataLst>
          </p:nvPr>
        </p:nvSpPr>
        <p:spPr>
          <a:xfrm>
            <a:off x="4344909" y="4607919"/>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rPr>
              <a:t>04</a:t>
            </a:r>
            <a:endPar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endParaRPr>
          </a:p>
        </p:txBody>
      </p:sp>
      <p:sp>
        <p:nvSpPr>
          <p:cNvPr id="90" name="文本框 89"/>
          <p:cNvSpPr txBox="1"/>
          <p:nvPr>
            <p:custDataLst>
              <p:tags r:id="rId12"/>
            </p:custDataLst>
          </p:nvPr>
        </p:nvSpPr>
        <p:spPr>
          <a:xfrm>
            <a:off x="6350053" y="4607919"/>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6">
                        <a:alpha val="100000"/>
                      </a:schemeClr>
                    </a:gs>
                    <a:gs pos="100000">
                      <a:schemeClr val="accent6">
                        <a:alpha val="46000"/>
                      </a:schemeClr>
                    </a:gs>
                  </a:gsLst>
                  <a:lin ang="5400000" scaled="0"/>
                </a:gradFill>
                <a:latin typeface="微软雅黑" panose="020B0503020204020204" charset="-122"/>
                <a:ea typeface="微软雅黑" panose="020B0503020204020204" charset="-122"/>
                <a:sym typeface="+mn-ea"/>
              </a:rPr>
              <a:t>06</a:t>
            </a:r>
            <a:endParaRPr lang="en-US" altLang="zh-CN" sz="2000" b="1" dirty="0">
              <a:gradFill>
                <a:gsLst>
                  <a:gs pos="0">
                    <a:schemeClr val="accent6">
                      <a:alpha val="100000"/>
                    </a:schemeClr>
                  </a:gs>
                  <a:gs pos="100000">
                    <a:schemeClr val="accent6">
                      <a:alpha val="46000"/>
                    </a:schemeClr>
                  </a:gs>
                </a:gsLst>
                <a:lin ang="5400000" scaled="0"/>
              </a:gradFill>
              <a:latin typeface="微软雅黑" panose="020B0503020204020204" charset="-122"/>
              <a:ea typeface="微软雅黑" panose="020B0503020204020204" charset="-122"/>
              <a:sym typeface="+mn-ea"/>
            </a:endParaRPr>
          </a:p>
        </p:txBody>
      </p:sp>
      <p:sp>
        <p:nvSpPr>
          <p:cNvPr id="91" name="文本框 90"/>
          <p:cNvSpPr txBox="1"/>
          <p:nvPr>
            <p:custDataLst>
              <p:tags r:id="rId13"/>
            </p:custDataLst>
          </p:nvPr>
        </p:nvSpPr>
        <p:spPr>
          <a:xfrm>
            <a:off x="8355197" y="4607919"/>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rPr>
              <a:t>08</a:t>
            </a:r>
            <a:endPar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endParaRPr>
          </a:p>
        </p:txBody>
      </p:sp>
      <p:sp>
        <p:nvSpPr>
          <p:cNvPr id="92" name="文本框 91"/>
          <p:cNvSpPr txBox="1"/>
          <p:nvPr>
            <p:custDataLst>
              <p:tags r:id="rId14"/>
            </p:custDataLst>
          </p:nvPr>
        </p:nvSpPr>
        <p:spPr>
          <a:xfrm>
            <a:off x="10360975" y="4607919"/>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rPr>
              <a:t>10</a:t>
            </a:r>
            <a:endPar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endParaRPr>
          </a:p>
        </p:txBody>
      </p:sp>
      <p:cxnSp>
        <p:nvCxnSpPr>
          <p:cNvPr id="12" name="直接连接符 97"/>
          <p:cNvCxnSpPr/>
          <p:nvPr>
            <p:custDataLst>
              <p:tags r:id="rId15"/>
            </p:custDataLst>
          </p:nvPr>
        </p:nvCxnSpPr>
        <p:spPr>
          <a:xfrm>
            <a:off x="1569678" y="3339242"/>
            <a:ext cx="0" cy="539188"/>
          </a:xfrm>
          <a:prstGeom prst="line">
            <a:avLst/>
          </a:prstGeom>
          <a:ln>
            <a:gradFill>
              <a:gsLst>
                <a:gs pos="0">
                  <a:schemeClr val="accent1">
                    <a:alpha val="0"/>
                  </a:schemeClr>
                </a:gs>
                <a:gs pos="100000">
                  <a:schemeClr val="accent1">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3" name="直接连接符 98"/>
          <p:cNvCxnSpPr/>
          <p:nvPr>
            <p:custDataLst>
              <p:tags r:id="rId16"/>
            </p:custDataLst>
          </p:nvPr>
        </p:nvCxnSpPr>
        <p:spPr>
          <a:xfrm>
            <a:off x="3592583" y="3339242"/>
            <a:ext cx="0" cy="539188"/>
          </a:xfrm>
          <a:prstGeom prst="line">
            <a:avLst/>
          </a:prstGeom>
          <a:ln>
            <a:gradFill>
              <a:gsLst>
                <a:gs pos="0">
                  <a:schemeClr val="accent3">
                    <a:alpha val="0"/>
                  </a:schemeClr>
                </a:gs>
                <a:gs pos="100000">
                  <a:schemeClr val="accent3">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4" name="直接连接符 99"/>
          <p:cNvCxnSpPr/>
          <p:nvPr>
            <p:custDataLst>
              <p:tags r:id="rId17"/>
            </p:custDataLst>
          </p:nvPr>
        </p:nvCxnSpPr>
        <p:spPr>
          <a:xfrm>
            <a:off x="5615489" y="3339242"/>
            <a:ext cx="0" cy="539188"/>
          </a:xfrm>
          <a:prstGeom prst="line">
            <a:avLst/>
          </a:prstGeom>
          <a:ln>
            <a:gradFill>
              <a:gsLst>
                <a:gs pos="0">
                  <a:schemeClr val="accent5">
                    <a:alpha val="0"/>
                  </a:schemeClr>
                </a:gs>
                <a:gs pos="100000">
                  <a:schemeClr val="accent5">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01" name="直接连接符 100"/>
          <p:cNvCxnSpPr/>
          <p:nvPr>
            <p:custDataLst>
              <p:tags r:id="rId18"/>
            </p:custDataLst>
          </p:nvPr>
        </p:nvCxnSpPr>
        <p:spPr>
          <a:xfrm>
            <a:off x="7639029" y="3339242"/>
            <a:ext cx="0" cy="539188"/>
          </a:xfrm>
          <a:prstGeom prst="line">
            <a:avLst/>
          </a:prstGeom>
          <a:ln>
            <a:gradFill>
              <a:gsLst>
                <a:gs pos="0">
                  <a:schemeClr val="accent1">
                    <a:alpha val="0"/>
                  </a:schemeClr>
                </a:gs>
                <a:gs pos="100000">
                  <a:schemeClr val="accent1">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02" name="直接连接符 101"/>
          <p:cNvCxnSpPr/>
          <p:nvPr>
            <p:custDataLst>
              <p:tags r:id="rId19"/>
            </p:custDataLst>
          </p:nvPr>
        </p:nvCxnSpPr>
        <p:spPr>
          <a:xfrm>
            <a:off x="9661934" y="3339242"/>
            <a:ext cx="0" cy="539188"/>
          </a:xfrm>
          <a:prstGeom prst="line">
            <a:avLst/>
          </a:prstGeom>
          <a:ln>
            <a:gradFill>
              <a:gsLst>
                <a:gs pos="0">
                  <a:schemeClr val="accent3">
                    <a:alpha val="0"/>
                  </a:schemeClr>
                </a:gs>
                <a:gs pos="100000">
                  <a:schemeClr val="accent3">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15" name="文本框 102"/>
          <p:cNvSpPr txBox="1"/>
          <p:nvPr>
            <p:custDataLst>
              <p:tags r:id="rId20"/>
            </p:custDataLst>
          </p:nvPr>
        </p:nvSpPr>
        <p:spPr>
          <a:xfrm>
            <a:off x="1307696" y="2729008"/>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01</a:t>
            </a:r>
            <a:endPar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16" name="文本框 103"/>
          <p:cNvSpPr txBox="1"/>
          <p:nvPr>
            <p:custDataLst>
              <p:tags r:id="rId21"/>
            </p:custDataLst>
          </p:nvPr>
        </p:nvSpPr>
        <p:spPr>
          <a:xfrm>
            <a:off x="3330601" y="2729008"/>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rPr>
              <a:t>03</a:t>
            </a:r>
            <a:endPar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endParaRPr>
          </a:p>
        </p:txBody>
      </p:sp>
      <p:sp>
        <p:nvSpPr>
          <p:cNvPr id="25" name="文本框 104"/>
          <p:cNvSpPr txBox="1"/>
          <p:nvPr>
            <p:custDataLst>
              <p:tags r:id="rId22"/>
            </p:custDataLst>
          </p:nvPr>
        </p:nvSpPr>
        <p:spPr>
          <a:xfrm>
            <a:off x="5353507" y="2729008"/>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rPr>
              <a:t>05</a:t>
            </a:r>
            <a:endParaRPr lang="en-US" altLang="zh-CN" sz="2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endParaRPr>
          </a:p>
        </p:txBody>
      </p:sp>
      <p:sp>
        <p:nvSpPr>
          <p:cNvPr id="106" name="文本框 105"/>
          <p:cNvSpPr txBox="1"/>
          <p:nvPr>
            <p:custDataLst>
              <p:tags r:id="rId23"/>
            </p:custDataLst>
          </p:nvPr>
        </p:nvSpPr>
        <p:spPr>
          <a:xfrm>
            <a:off x="7377047" y="2729008"/>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07</a:t>
            </a:r>
            <a:endPar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107" name="文本框 106"/>
          <p:cNvSpPr txBox="1"/>
          <p:nvPr>
            <p:custDataLst>
              <p:tags r:id="rId24"/>
            </p:custDataLst>
          </p:nvPr>
        </p:nvSpPr>
        <p:spPr>
          <a:xfrm>
            <a:off x="9399952" y="2729008"/>
            <a:ext cx="523329"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rPr>
              <a:t>09</a:t>
            </a:r>
            <a:endPar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endParaRPr>
          </a:p>
        </p:txBody>
      </p:sp>
      <p:sp>
        <p:nvSpPr>
          <p:cNvPr id="82" name="文本框 81"/>
          <p:cNvSpPr txBox="1"/>
          <p:nvPr>
            <p:custDataLst>
              <p:tags r:id="rId25"/>
            </p:custDataLst>
          </p:nvPr>
        </p:nvSpPr>
        <p:spPr>
          <a:xfrm>
            <a:off x="1733337" y="5093188"/>
            <a:ext cx="1736185" cy="1229982"/>
          </a:xfrm>
          <a:prstGeom prst="rect">
            <a:avLst/>
          </a:prstGeom>
          <a:noFill/>
        </p:spPr>
        <p:txBody>
          <a:bodyPr wrap="square" lIns="0" tIns="0" rIns="0" bIns="0" rtlCol="0" anchor="t"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用户界面、可视化编辑、流程图展示</a:t>
            </a:r>
            <a:endParaRPr lang="zh-CN" altLang="en-US" sz="1200">
              <a:solidFill>
                <a:schemeClr val="tx1">
                  <a:lumMod val="85000"/>
                  <a:lumOff val="15000"/>
                </a:schemeClr>
              </a:solidFill>
              <a:sym typeface="+mn-ea"/>
            </a:endParaRPr>
          </a:p>
        </p:txBody>
      </p:sp>
      <p:sp>
        <p:nvSpPr>
          <p:cNvPr id="83" name="文本框 82"/>
          <p:cNvSpPr txBox="1"/>
          <p:nvPr>
            <p:custDataLst>
              <p:tags r:id="rId26"/>
            </p:custDataLst>
          </p:nvPr>
        </p:nvSpPr>
        <p:spPr>
          <a:xfrm>
            <a:off x="3738481" y="5093188"/>
            <a:ext cx="1736185" cy="1229982"/>
          </a:xfrm>
          <a:prstGeom prst="rect">
            <a:avLst/>
          </a:prstGeom>
          <a:noFill/>
        </p:spPr>
        <p:txBody>
          <a:bodyPr wrap="square" lIns="0" tIns="0" rIns="0" bIns="0" rtlCol="0" anchor="t" anchorCtr="0">
            <a:noAutofit/>
          </a:bodyPr>
          <a:lstStyle/>
          <a:p>
            <a:pPr indent="0" algn="just" fontAlgn="auto">
              <a:lnSpc>
                <a:spcPct val="130000"/>
              </a:lnSpc>
              <a:buFont typeface="Arial" panose="020B0604020202020204" pitchFamily="34" charset="0"/>
              <a:buNone/>
            </a:pPr>
            <a:r>
              <a:rPr lang="en-US" altLang="en-US" sz="1200">
                <a:solidFill>
                  <a:schemeClr val="tx1">
                    <a:lumMod val="85000"/>
                    <a:lumOff val="15000"/>
                  </a:schemeClr>
                </a:solidFill>
                <a:sym typeface="+mn-ea"/>
              </a:rPr>
              <a:t>RESTful</a:t>
            </a:r>
            <a:r>
              <a:rPr lang="zh-CN" altLang="en-US" sz="1200">
                <a:solidFill>
                  <a:schemeClr val="tx1">
                    <a:lumMod val="85000"/>
                    <a:lumOff val="15000"/>
                  </a:schemeClr>
                </a:solidFill>
                <a:sym typeface="+mn-ea"/>
              </a:rPr>
              <a:t>接口、</a:t>
            </a:r>
            <a:r>
              <a:rPr lang="en-US" altLang="zh-CN" sz="1200">
                <a:solidFill>
                  <a:schemeClr val="tx1">
                    <a:lumMod val="85000"/>
                    <a:lumOff val="15000"/>
                  </a:schemeClr>
                </a:solidFill>
                <a:sym typeface="+mn-ea"/>
              </a:rPr>
              <a:t>WebSocket</a:t>
            </a:r>
            <a:r>
              <a:rPr lang="zh-CN" altLang="en-US" sz="1200">
                <a:solidFill>
                  <a:schemeClr val="tx1">
                    <a:lumMod val="85000"/>
                    <a:lumOff val="15000"/>
                  </a:schemeClr>
                </a:solidFill>
                <a:sym typeface="+mn-ea"/>
              </a:rPr>
              <a:t>通信、会话管理</a:t>
            </a:r>
            <a:endParaRPr lang="zh-CN" altLang="en-US" sz="1200">
              <a:solidFill>
                <a:schemeClr val="tx1">
                  <a:lumMod val="85000"/>
                  <a:lumOff val="15000"/>
                </a:schemeClr>
              </a:solidFill>
              <a:sym typeface="+mn-ea"/>
            </a:endParaRPr>
          </a:p>
        </p:txBody>
      </p:sp>
      <p:sp>
        <p:nvSpPr>
          <p:cNvPr id="84" name="文本框 83"/>
          <p:cNvSpPr txBox="1"/>
          <p:nvPr>
            <p:custDataLst>
              <p:tags r:id="rId27"/>
            </p:custDataLst>
          </p:nvPr>
        </p:nvSpPr>
        <p:spPr>
          <a:xfrm>
            <a:off x="5743625" y="5093188"/>
            <a:ext cx="1736185" cy="1229982"/>
          </a:xfrm>
          <a:prstGeom prst="rect">
            <a:avLst/>
          </a:prstGeom>
          <a:noFill/>
        </p:spPr>
        <p:txBody>
          <a:bodyPr wrap="square" lIns="0" tIns="0" rIns="0" bIns="0" rtlCol="0" anchor="t"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多代理系统、状态管理、任务调度</a:t>
            </a:r>
            <a:endParaRPr lang="zh-CN" altLang="en-US" sz="1200">
              <a:solidFill>
                <a:schemeClr val="tx1">
                  <a:lumMod val="85000"/>
                  <a:lumOff val="15000"/>
                </a:schemeClr>
              </a:solidFill>
              <a:sym typeface="+mn-ea"/>
            </a:endParaRPr>
          </a:p>
        </p:txBody>
      </p:sp>
      <p:sp>
        <p:nvSpPr>
          <p:cNvPr id="85" name="文本框 84"/>
          <p:cNvSpPr txBox="1"/>
          <p:nvPr>
            <p:custDataLst>
              <p:tags r:id="rId28"/>
            </p:custDataLst>
          </p:nvPr>
        </p:nvSpPr>
        <p:spPr>
          <a:xfrm>
            <a:off x="7748769" y="5093188"/>
            <a:ext cx="1736185" cy="1229982"/>
          </a:xfrm>
          <a:prstGeom prst="rect">
            <a:avLst/>
          </a:prstGeom>
          <a:noFill/>
        </p:spPr>
        <p:txBody>
          <a:bodyPr wrap="square" lIns="0" tIns="0" rIns="0" bIns="0" rtlCol="0" anchor="t"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搜索引擎、爬虫、代码执行、</a:t>
            </a:r>
            <a:r>
              <a:rPr lang="en-US" altLang="zh-CN" sz="1200">
                <a:solidFill>
                  <a:schemeClr val="tx1">
                    <a:lumMod val="85000"/>
                    <a:lumOff val="15000"/>
                  </a:schemeClr>
                </a:solidFill>
                <a:sym typeface="+mn-ea"/>
              </a:rPr>
              <a:t>MCP</a:t>
            </a:r>
            <a:r>
              <a:rPr lang="zh-CN" altLang="en-US" sz="1200">
                <a:solidFill>
                  <a:schemeClr val="tx1">
                    <a:lumMod val="85000"/>
                    <a:lumOff val="15000"/>
                  </a:schemeClr>
                </a:solidFill>
                <a:sym typeface="+mn-ea"/>
              </a:rPr>
              <a:t>工具</a:t>
            </a:r>
            <a:endParaRPr lang="zh-CN" altLang="en-US" sz="1200">
              <a:solidFill>
                <a:schemeClr val="tx1">
                  <a:lumMod val="85000"/>
                  <a:lumOff val="15000"/>
                </a:schemeClr>
              </a:solidFill>
              <a:sym typeface="+mn-ea"/>
            </a:endParaRPr>
          </a:p>
        </p:txBody>
      </p:sp>
      <p:sp>
        <p:nvSpPr>
          <p:cNvPr id="86" name="文本框 85"/>
          <p:cNvSpPr txBox="1"/>
          <p:nvPr>
            <p:custDataLst>
              <p:tags r:id="rId29"/>
            </p:custDataLst>
          </p:nvPr>
        </p:nvSpPr>
        <p:spPr>
          <a:xfrm>
            <a:off x="9753913" y="5093188"/>
            <a:ext cx="1736185" cy="1229982"/>
          </a:xfrm>
          <a:prstGeom prst="rect">
            <a:avLst/>
          </a:prstGeom>
          <a:noFill/>
        </p:spPr>
        <p:txBody>
          <a:bodyPr wrap="square" lIns="0" tIns="0" rIns="0" bIns="0" rtlCol="0" anchor="t" anchorCtr="0">
            <a:noAutofit/>
          </a:bodyPr>
          <a:lstStyle/>
          <a:p>
            <a:pPr indent="0" algn="just" fontAlgn="auto">
              <a:lnSpc>
                <a:spcPct val="130000"/>
              </a:lnSpc>
              <a:buFont typeface="Arial" panose="020B0604020202020204" pitchFamily="34" charset="0"/>
              <a:buNone/>
            </a:pPr>
            <a:r>
              <a:rPr lang="en-US" altLang="en-US" sz="1200">
                <a:solidFill>
                  <a:schemeClr val="tx1">
                    <a:lumMod val="85000"/>
                    <a:lumOff val="15000"/>
                  </a:schemeClr>
                </a:solidFill>
                <a:sym typeface="+mn-ea"/>
              </a:rPr>
              <a:t>OpenAI API</a:t>
            </a:r>
            <a:r>
              <a:rPr lang="zh-CN" altLang="en-US" sz="1200">
                <a:solidFill>
                  <a:schemeClr val="tx1">
                    <a:lumMod val="85000"/>
                    <a:lumOff val="15000"/>
                  </a:schemeClr>
                </a:solidFill>
                <a:sym typeface="+mn-ea"/>
              </a:rPr>
              <a:t>、开源模型、</a:t>
            </a:r>
            <a:r>
              <a:rPr lang="en-US" altLang="zh-CN" sz="1200">
                <a:solidFill>
                  <a:schemeClr val="tx1">
                    <a:lumMod val="85000"/>
                    <a:lumOff val="15000"/>
                  </a:schemeClr>
                </a:solidFill>
                <a:sym typeface="+mn-ea"/>
              </a:rPr>
              <a:t>LLM</a:t>
            </a:r>
            <a:r>
              <a:rPr lang="zh-CN" altLang="en-US" sz="1200">
                <a:solidFill>
                  <a:schemeClr val="tx1">
                    <a:lumMod val="85000"/>
                    <a:lumOff val="15000"/>
                  </a:schemeClr>
                </a:solidFill>
                <a:sym typeface="+mn-ea"/>
              </a:rPr>
              <a:t>统一接口</a:t>
            </a:r>
            <a:endParaRPr lang="zh-CN" altLang="en-US" sz="1200">
              <a:solidFill>
                <a:schemeClr val="tx1">
                  <a:lumMod val="85000"/>
                  <a:lumOff val="15000"/>
                </a:schemeClr>
              </a:solidFill>
              <a:sym typeface="+mn-ea"/>
            </a:endParaRPr>
          </a:p>
        </p:txBody>
      </p:sp>
      <p:sp>
        <p:nvSpPr>
          <p:cNvPr id="26" name="文本框 107"/>
          <p:cNvSpPr txBox="1"/>
          <p:nvPr>
            <p:custDataLst>
              <p:tags r:id="rId30"/>
            </p:custDataLst>
          </p:nvPr>
        </p:nvSpPr>
        <p:spPr>
          <a:xfrm>
            <a:off x="701268" y="1499025"/>
            <a:ext cx="1736185"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200">
                <a:solidFill>
                  <a:schemeClr val="tx1">
                    <a:lumMod val="85000"/>
                    <a:lumOff val="15000"/>
                  </a:schemeClr>
                </a:solidFill>
                <a:sym typeface="+mn-ea"/>
              </a:rPr>
              <a:t>Web </a:t>
            </a:r>
            <a:r>
              <a:rPr lang="zh-CN" altLang="en-US" sz="1200">
                <a:solidFill>
                  <a:schemeClr val="tx1">
                    <a:lumMod val="85000"/>
                    <a:lumOff val="15000"/>
                  </a:schemeClr>
                </a:solidFill>
                <a:sym typeface="+mn-ea"/>
              </a:rPr>
              <a:t>前端</a:t>
            </a:r>
            <a:r>
              <a:rPr lang="en-US" altLang="zh-CN" sz="1200">
                <a:solidFill>
                  <a:schemeClr val="tx1">
                    <a:lumMod val="85000"/>
                    <a:lumOff val="15000"/>
                  </a:schemeClr>
                </a:solidFill>
                <a:sym typeface="+mn-ea"/>
              </a:rPr>
              <a:t> (Next.js + React)</a:t>
            </a:r>
            <a:endParaRPr lang="en-US" altLang="zh-CN" sz="1200">
              <a:solidFill>
                <a:schemeClr val="tx1">
                  <a:lumMod val="85000"/>
                  <a:lumOff val="15000"/>
                </a:schemeClr>
              </a:solidFill>
              <a:sym typeface="+mn-ea"/>
            </a:endParaRPr>
          </a:p>
        </p:txBody>
      </p:sp>
      <p:sp>
        <p:nvSpPr>
          <p:cNvPr id="27" name="文本框 108"/>
          <p:cNvSpPr txBox="1"/>
          <p:nvPr>
            <p:custDataLst>
              <p:tags r:id="rId31"/>
            </p:custDataLst>
          </p:nvPr>
        </p:nvSpPr>
        <p:spPr>
          <a:xfrm>
            <a:off x="2724174" y="1499025"/>
            <a:ext cx="1736185"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后端</a:t>
            </a:r>
            <a:r>
              <a:rPr lang="en-US" altLang="zh-CN" sz="1200">
                <a:solidFill>
                  <a:schemeClr val="tx1">
                    <a:lumMod val="85000"/>
                    <a:lumOff val="15000"/>
                  </a:schemeClr>
                </a:solidFill>
                <a:sym typeface="+mn-ea"/>
              </a:rPr>
              <a:t> API (FastAPI)</a:t>
            </a:r>
            <a:endParaRPr lang="en-US" altLang="zh-CN" sz="1200">
              <a:solidFill>
                <a:schemeClr val="tx1">
                  <a:lumMod val="85000"/>
                  <a:lumOff val="15000"/>
                </a:schemeClr>
              </a:solidFill>
              <a:sym typeface="+mn-ea"/>
            </a:endParaRPr>
          </a:p>
        </p:txBody>
      </p:sp>
      <p:sp>
        <p:nvSpPr>
          <p:cNvPr id="28" name="文本框 109"/>
          <p:cNvSpPr txBox="1"/>
          <p:nvPr>
            <p:custDataLst>
              <p:tags r:id="rId32"/>
            </p:custDataLst>
          </p:nvPr>
        </p:nvSpPr>
        <p:spPr>
          <a:xfrm>
            <a:off x="4747079" y="1499025"/>
            <a:ext cx="1736185"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200">
                <a:solidFill>
                  <a:schemeClr val="tx1">
                    <a:lumMod val="85000"/>
                    <a:lumOff val="15000"/>
                  </a:schemeClr>
                </a:solidFill>
                <a:sym typeface="+mn-ea"/>
              </a:rPr>
              <a:t>LangGraph </a:t>
            </a:r>
            <a:r>
              <a:rPr lang="zh-CN" altLang="en-US" sz="1200">
                <a:solidFill>
                  <a:schemeClr val="tx1">
                    <a:lumMod val="85000"/>
                    <a:lumOff val="15000"/>
                  </a:schemeClr>
                </a:solidFill>
                <a:sym typeface="+mn-ea"/>
              </a:rPr>
              <a:t>工作流引擎</a:t>
            </a:r>
            <a:endParaRPr lang="zh-CN" altLang="en-US" sz="1200">
              <a:solidFill>
                <a:schemeClr val="tx1">
                  <a:lumMod val="85000"/>
                  <a:lumOff val="15000"/>
                </a:schemeClr>
              </a:solidFill>
              <a:sym typeface="+mn-ea"/>
            </a:endParaRPr>
          </a:p>
        </p:txBody>
      </p:sp>
      <p:sp>
        <p:nvSpPr>
          <p:cNvPr id="111" name="文本框 110"/>
          <p:cNvSpPr txBox="1"/>
          <p:nvPr>
            <p:custDataLst>
              <p:tags r:id="rId33"/>
            </p:custDataLst>
          </p:nvPr>
        </p:nvSpPr>
        <p:spPr>
          <a:xfrm>
            <a:off x="6770619" y="1499025"/>
            <a:ext cx="1736185"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工具集成层</a:t>
            </a:r>
            <a:endParaRPr lang="zh-CN" altLang="en-US" sz="1200">
              <a:solidFill>
                <a:schemeClr val="tx1">
                  <a:lumMod val="85000"/>
                  <a:lumOff val="15000"/>
                </a:schemeClr>
              </a:solidFill>
              <a:sym typeface="+mn-ea"/>
            </a:endParaRPr>
          </a:p>
        </p:txBody>
      </p:sp>
      <p:sp>
        <p:nvSpPr>
          <p:cNvPr id="112" name="文本框 111"/>
          <p:cNvSpPr txBox="1"/>
          <p:nvPr>
            <p:custDataLst>
              <p:tags r:id="rId34"/>
            </p:custDataLst>
          </p:nvPr>
        </p:nvSpPr>
        <p:spPr>
          <a:xfrm>
            <a:off x="8793525" y="1499025"/>
            <a:ext cx="1736185"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zh-CN" altLang="en-US" sz="1200">
                <a:solidFill>
                  <a:schemeClr val="tx1">
                    <a:lumMod val="85000"/>
                    <a:lumOff val="15000"/>
                  </a:schemeClr>
                </a:solidFill>
                <a:sym typeface="+mn-ea"/>
              </a:rPr>
              <a:t>语言模型层</a:t>
            </a:r>
            <a:endParaRPr lang="zh-CN" altLang="en-US" sz="1200">
              <a:solidFill>
                <a:schemeClr val="tx1">
                  <a:lumMod val="85000"/>
                  <a:lumOff val="15000"/>
                </a:schemeClr>
              </a:solidFill>
              <a:sym typeface="+mn-ea"/>
            </a:endParaRPr>
          </a:p>
        </p:txBody>
      </p:sp>
    </p:spTree>
    <p:custDataLst>
      <p:tags r:id="rId3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3716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1E3A5F"/>
                </a:solidFill>
              </a:defRPr>
            </a:pPr>
            <a:r>
              <a:t>后端技术栈</a:t>
            </a:r>
          </a:p>
        </p:txBody>
      </p:sp>
      <p:sp>
        <p:nvSpPr>
          <p:cNvPr id="112" name="任意多边形: 形状 147"/>
          <p:cNvSpPr/>
          <p:nvPr>
            <p:custDataLst>
              <p:tags r:id="rId1"/>
            </p:custDataLst>
          </p:nvPr>
        </p:nvSpPr>
        <p:spPr>
          <a:xfrm>
            <a:off x="1703070" y="1890713"/>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1">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13" name="任意多边形: 形状 148"/>
          <p:cNvSpPr/>
          <p:nvPr>
            <p:custDataLst>
              <p:tags r:id="rId2"/>
            </p:custDataLst>
          </p:nvPr>
        </p:nvSpPr>
        <p:spPr>
          <a:xfrm>
            <a:off x="685800" y="2269173"/>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1">
                  <a:alpha val="100000"/>
                </a:schemeClr>
              </a:gs>
              <a:gs pos="100000">
                <a:schemeClr val="accent1">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14" name="任意多边形: 形状 150"/>
          <p:cNvSpPr/>
          <p:nvPr>
            <p:custDataLst>
              <p:tags r:id="rId3"/>
            </p:custDataLst>
          </p:nvPr>
        </p:nvSpPr>
        <p:spPr>
          <a:xfrm>
            <a:off x="796290" y="2022158"/>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1">
                  <a:lumMod val="15000"/>
                  <a:lumOff val="85000"/>
                  <a:alpha val="100000"/>
                </a:schemeClr>
              </a:gs>
              <a:gs pos="100000">
                <a:schemeClr val="accent1">
                  <a:lumMod val="0"/>
                  <a:lumOff val="100000"/>
                  <a:alpha val="100000"/>
                </a:schemeClr>
              </a:gs>
            </a:gsLst>
            <a:lin ang="5400000" scaled="1"/>
          </a:gradFill>
          <a:ln w="19050" cap="flat">
            <a:gradFill>
              <a:gsLst>
                <a:gs pos="0">
                  <a:schemeClr val="accent1">
                    <a:lumMod val="10000"/>
                    <a:lumOff val="90000"/>
                    <a:alpha val="100000"/>
                  </a:schemeClr>
                </a:gs>
                <a:gs pos="100000">
                  <a:schemeClr val="accent1">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采用</a:t>
            </a:r>
            <a:r>
              <a:rPr lang="en-US" altLang="zh-CN" sz="1000">
                <a:solidFill>
                  <a:srgbClr val="262626"/>
                </a:solidFill>
                <a:sym typeface="微软雅黑" panose="020B0503020204020204" charset="-122"/>
              </a:rPr>
              <a:t> Python </a:t>
            </a:r>
            <a:r>
              <a:rPr lang="zh-CN" altLang="en-US" sz="1000">
                <a:solidFill>
                  <a:srgbClr val="262626"/>
                </a:solidFill>
                <a:sym typeface="微软雅黑" panose="020B0503020204020204" charset="-122"/>
              </a:rPr>
              <a:t>作为系统基础开发语言，提供现代语法支持、性能优化（如</a:t>
            </a:r>
            <a:r>
              <a:rPr lang="en-US" altLang="zh-CN" sz="1000">
                <a:solidFill>
                  <a:srgbClr val="262626"/>
                </a:solidFill>
                <a:sym typeface="微软雅黑" panose="020B0503020204020204" charset="-122"/>
              </a:rPr>
              <a:t> Faster CPython</a:t>
            </a:r>
            <a:r>
              <a:rPr lang="zh-CN" altLang="en-US" sz="1000">
                <a:solidFill>
                  <a:srgbClr val="262626"/>
                </a:solidFill>
                <a:sym typeface="微软雅黑" panose="020B0503020204020204" charset="-122"/>
              </a:rPr>
              <a:t>）及类型提示增强能力，确保代码可维护性与执行效率。</a:t>
            </a:r>
            <a:endParaRPr lang="zh-CN" altLang="en-US" sz="1000">
              <a:solidFill>
                <a:srgbClr val="262626"/>
              </a:solidFill>
              <a:sym typeface="微软雅黑" panose="020B0503020204020204" charset="-122"/>
            </a:endParaRPr>
          </a:p>
        </p:txBody>
      </p:sp>
      <p:sp>
        <p:nvSpPr>
          <p:cNvPr id="115" name="任意多边形: 形状 151"/>
          <p:cNvSpPr/>
          <p:nvPr>
            <p:custDataLst>
              <p:tags r:id="rId4"/>
            </p:custDataLst>
          </p:nvPr>
        </p:nvSpPr>
        <p:spPr>
          <a:xfrm>
            <a:off x="685800" y="2760028"/>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1">
                  <a:alpha val="100000"/>
                </a:schemeClr>
              </a:gs>
              <a:gs pos="100000">
                <a:schemeClr val="accent1">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16" name="任意多边形: 形状 152"/>
          <p:cNvSpPr/>
          <p:nvPr>
            <p:custDataLst>
              <p:tags r:id="rId5"/>
            </p:custDataLst>
          </p:nvPr>
        </p:nvSpPr>
        <p:spPr>
          <a:xfrm>
            <a:off x="685800" y="2690813"/>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1">
                  <a:alpha val="100000"/>
                </a:schemeClr>
              </a:gs>
              <a:gs pos="100000">
                <a:schemeClr val="accent1">
                  <a:lumMod val="40000"/>
                  <a:lumOff val="60000"/>
                  <a:alpha val="100000"/>
                </a:schemeClr>
              </a:gs>
            </a:gsLst>
            <a:lin ang="2700000" scaled="0"/>
          </a:gradFill>
          <a:ln w="7620" cap="flat">
            <a:no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17" name="任意多边形: 形状 153"/>
          <p:cNvSpPr/>
          <p:nvPr>
            <p:custDataLst>
              <p:tags r:id="rId6"/>
            </p:custDataLst>
          </p:nvPr>
        </p:nvSpPr>
        <p:spPr>
          <a:xfrm>
            <a:off x="715010" y="2691448"/>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18" name="任意多边形: 形状 154"/>
          <p:cNvSpPr/>
          <p:nvPr>
            <p:custDataLst>
              <p:tags r:id="rId7"/>
            </p:custDataLst>
          </p:nvPr>
        </p:nvSpPr>
        <p:spPr>
          <a:xfrm>
            <a:off x="685165" y="3411538"/>
            <a:ext cx="2501265" cy="668655"/>
          </a:xfrm>
          <a:prstGeom prst="roundRect">
            <a:avLst/>
          </a:prstGeom>
          <a:gradFill>
            <a:gsLst>
              <a:gs pos="6000">
                <a:schemeClr val="accent1">
                  <a:alpha val="28000"/>
                </a:schemeClr>
              </a:gs>
              <a:gs pos="100000">
                <a:schemeClr val="accent1">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20" name="任意多边形: 形状 152"/>
          <p:cNvSpPr/>
          <p:nvPr>
            <p:custDataLst>
              <p:tags r:id="rId8"/>
            </p:custDataLst>
          </p:nvPr>
        </p:nvSpPr>
        <p:spPr>
          <a:xfrm>
            <a:off x="685800" y="2766378"/>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1"/>
            </a:solid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21" name="图片 120" descr="图层 1 拷贝"/>
          <p:cNvPicPr>
            <a:picLocks noChangeAspect="1"/>
          </p:cNvPicPr>
          <p:nvPr>
            <p:custDataLst>
              <p:tags r:id="rId9"/>
            </p:custDataLst>
          </p:nvPr>
        </p:nvPicPr>
        <p:blipFill>
          <a:blip r:embed="rId10"/>
          <a:srcRect r="16994"/>
          <a:stretch>
            <a:fillRect/>
          </a:stretch>
        </p:blipFill>
        <p:spPr>
          <a:xfrm rot="21240000">
            <a:off x="1545590" y="2764473"/>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22" name="文本框 121"/>
          <p:cNvSpPr txBox="1"/>
          <p:nvPr>
            <p:custDataLst>
              <p:tags r:id="rId11"/>
            </p:custDataLst>
          </p:nvPr>
        </p:nvSpPr>
        <p:spPr>
          <a:xfrm>
            <a:off x="937895" y="2981008"/>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Python  </a:t>
            </a:r>
            <a:r>
              <a:rPr lang="zh-CN" altLang="en-US" sz="1400" b="1">
                <a:solidFill>
                  <a:srgbClr val="FFFFFF"/>
                </a:solidFill>
                <a:sym typeface="微软雅黑" panose="020B0503020204020204" charset="-122"/>
              </a:rPr>
              <a:t>核心编程语言</a:t>
            </a:r>
            <a:endParaRPr lang="zh-CN" altLang="en-US" sz="1400" b="1">
              <a:solidFill>
                <a:srgbClr val="FFFFFF"/>
              </a:solidFill>
              <a:sym typeface="微软雅黑" panose="020B0503020204020204" charset="-122"/>
            </a:endParaRPr>
          </a:p>
        </p:txBody>
      </p:sp>
      <p:sp>
        <p:nvSpPr>
          <p:cNvPr id="124" name="任意多边形: 形状 147"/>
          <p:cNvSpPr/>
          <p:nvPr>
            <p:custDataLst>
              <p:tags r:id="rId12"/>
            </p:custDataLst>
          </p:nvPr>
        </p:nvSpPr>
        <p:spPr>
          <a:xfrm>
            <a:off x="4467861" y="1890713"/>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2">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25" name="任意多边形: 形状 148"/>
          <p:cNvSpPr/>
          <p:nvPr>
            <p:custDataLst>
              <p:tags r:id="rId13"/>
            </p:custDataLst>
          </p:nvPr>
        </p:nvSpPr>
        <p:spPr>
          <a:xfrm>
            <a:off x="3450591" y="2269173"/>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2">
                  <a:alpha val="100000"/>
                </a:schemeClr>
              </a:gs>
              <a:gs pos="100000">
                <a:schemeClr val="accent2">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26" name="任意多边形: 形状 150"/>
          <p:cNvSpPr/>
          <p:nvPr>
            <p:custDataLst>
              <p:tags r:id="rId14"/>
            </p:custDataLst>
          </p:nvPr>
        </p:nvSpPr>
        <p:spPr>
          <a:xfrm>
            <a:off x="3561081" y="2022158"/>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2">
                  <a:lumMod val="15000"/>
                  <a:lumOff val="85000"/>
                  <a:alpha val="100000"/>
                </a:schemeClr>
              </a:gs>
              <a:gs pos="100000">
                <a:schemeClr val="accent2">
                  <a:lumMod val="0"/>
                  <a:lumOff val="100000"/>
                  <a:alpha val="100000"/>
                </a:schemeClr>
              </a:gs>
            </a:gsLst>
            <a:lin ang="5400000" scaled="1"/>
          </a:gradFill>
          <a:ln w="19050" cap="flat">
            <a:gradFill>
              <a:gsLst>
                <a:gs pos="0">
                  <a:schemeClr val="accent2">
                    <a:lumMod val="10000"/>
                    <a:lumOff val="90000"/>
                    <a:alpha val="100000"/>
                  </a:schemeClr>
                </a:gs>
                <a:gs pos="100000">
                  <a:schemeClr val="accent2">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集成</a:t>
            </a:r>
            <a:r>
              <a:rPr lang="en-US" altLang="zh-CN" sz="1000">
                <a:solidFill>
                  <a:srgbClr val="262626"/>
                </a:solidFill>
                <a:sym typeface="微软雅黑" panose="020B0503020204020204" charset="-122"/>
              </a:rPr>
              <a:t> LangGraph </a:t>
            </a:r>
            <a:r>
              <a:rPr lang="zh-CN" altLang="en-US" sz="1000">
                <a:solidFill>
                  <a:srgbClr val="262626"/>
                </a:solidFill>
                <a:sym typeface="微软雅黑" panose="020B0503020204020204" charset="-122"/>
              </a:rPr>
              <a:t>构建有状态、可中断、可恢复的多步骤</a:t>
            </a:r>
            <a:r>
              <a:rPr lang="en-US" altLang="zh-CN" sz="1000">
                <a:solidFill>
                  <a:srgbClr val="262626"/>
                </a:solidFill>
                <a:sym typeface="微软雅黑" panose="020B0503020204020204" charset="-122"/>
              </a:rPr>
              <a:t>AI</a:t>
            </a:r>
            <a:r>
              <a:rPr lang="zh-CN" altLang="en-US" sz="1000">
                <a:solidFill>
                  <a:srgbClr val="262626"/>
                </a:solidFill>
                <a:sym typeface="微软雅黑" panose="020B0503020204020204" charset="-122"/>
              </a:rPr>
              <a:t>工作流，支持图结构编排、节点状态持久化与条件分支调度。</a:t>
            </a:r>
            <a:endParaRPr lang="zh-CN" altLang="en-US" sz="1000">
              <a:solidFill>
                <a:srgbClr val="262626"/>
              </a:solidFill>
              <a:sym typeface="微软雅黑" panose="020B0503020204020204" charset="-122"/>
            </a:endParaRPr>
          </a:p>
        </p:txBody>
      </p:sp>
      <p:sp>
        <p:nvSpPr>
          <p:cNvPr id="127" name="任意多边形: 形状 151"/>
          <p:cNvSpPr/>
          <p:nvPr>
            <p:custDataLst>
              <p:tags r:id="rId15"/>
            </p:custDataLst>
          </p:nvPr>
        </p:nvSpPr>
        <p:spPr>
          <a:xfrm>
            <a:off x="3450591" y="2760028"/>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2">
                  <a:alpha val="100000"/>
                </a:schemeClr>
              </a:gs>
              <a:gs pos="100000">
                <a:schemeClr val="accent2">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28" name="任意多边形: 形状 152"/>
          <p:cNvSpPr/>
          <p:nvPr>
            <p:custDataLst>
              <p:tags r:id="rId16"/>
            </p:custDataLst>
          </p:nvPr>
        </p:nvSpPr>
        <p:spPr>
          <a:xfrm>
            <a:off x="3450591" y="2690813"/>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2">
                  <a:alpha val="100000"/>
                </a:schemeClr>
              </a:gs>
              <a:gs pos="100000">
                <a:schemeClr val="accent2">
                  <a:lumMod val="40000"/>
                  <a:lumOff val="60000"/>
                  <a:alpha val="100000"/>
                </a:schemeClr>
              </a:gs>
            </a:gsLst>
            <a:lin ang="2700000" scaled="0"/>
          </a:gradFill>
          <a:ln w="7620" cap="flat">
            <a:no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29" name="任意多边形: 形状 153"/>
          <p:cNvSpPr/>
          <p:nvPr>
            <p:custDataLst>
              <p:tags r:id="rId17"/>
            </p:custDataLst>
          </p:nvPr>
        </p:nvSpPr>
        <p:spPr>
          <a:xfrm>
            <a:off x="3479801" y="2691448"/>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30" name="任意多边形: 形状 154"/>
          <p:cNvSpPr/>
          <p:nvPr>
            <p:custDataLst>
              <p:tags r:id="rId18"/>
            </p:custDataLst>
          </p:nvPr>
        </p:nvSpPr>
        <p:spPr>
          <a:xfrm>
            <a:off x="3449956" y="3411538"/>
            <a:ext cx="2501265" cy="668655"/>
          </a:xfrm>
          <a:prstGeom prst="roundRect">
            <a:avLst/>
          </a:prstGeom>
          <a:gradFill>
            <a:gsLst>
              <a:gs pos="6000">
                <a:schemeClr val="accent2">
                  <a:alpha val="28000"/>
                </a:schemeClr>
              </a:gs>
              <a:gs pos="100000">
                <a:schemeClr val="accent2">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31" name="任意多边形: 形状 152"/>
          <p:cNvSpPr/>
          <p:nvPr>
            <p:custDataLst>
              <p:tags r:id="rId19"/>
            </p:custDataLst>
          </p:nvPr>
        </p:nvSpPr>
        <p:spPr>
          <a:xfrm>
            <a:off x="3450591" y="2766378"/>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2"/>
            </a:solid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32" name="图片 131" descr="图层 1 拷贝"/>
          <p:cNvPicPr>
            <a:picLocks noChangeAspect="1"/>
          </p:cNvPicPr>
          <p:nvPr>
            <p:custDataLst>
              <p:tags r:id="rId20"/>
            </p:custDataLst>
          </p:nvPr>
        </p:nvPicPr>
        <p:blipFill>
          <a:blip r:embed="rId10"/>
          <a:srcRect r="16994"/>
          <a:stretch>
            <a:fillRect/>
          </a:stretch>
        </p:blipFill>
        <p:spPr>
          <a:xfrm rot="21240000">
            <a:off x="4310381" y="2764473"/>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33" name="文本框 132"/>
          <p:cNvSpPr txBox="1"/>
          <p:nvPr>
            <p:custDataLst>
              <p:tags r:id="rId21"/>
            </p:custDataLst>
          </p:nvPr>
        </p:nvSpPr>
        <p:spPr>
          <a:xfrm>
            <a:off x="3702686" y="2981008"/>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LangGraph </a:t>
            </a:r>
            <a:r>
              <a:rPr lang="zh-CN" altLang="en-US" sz="1400" b="1">
                <a:solidFill>
                  <a:srgbClr val="FFFFFF"/>
                </a:solidFill>
                <a:sym typeface="微软雅黑" panose="020B0503020204020204" charset="-122"/>
              </a:rPr>
              <a:t>工作流引擎与状态管理</a:t>
            </a:r>
            <a:endParaRPr lang="zh-CN" altLang="en-US" sz="1400" b="1">
              <a:solidFill>
                <a:srgbClr val="FFFFFF"/>
              </a:solidFill>
              <a:sym typeface="微软雅黑" panose="020B0503020204020204" charset="-122"/>
            </a:endParaRPr>
          </a:p>
        </p:txBody>
      </p:sp>
      <p:sp>
        <p:nvSpPr>
          <p:cNvPr id="135" name="任意多边形: 形状 147"/>
          <p:cNvSpPr/>
          <p:nvPr>
            <p:custDataLst>
              <p:tags r:id="rId22"/>
            </p:custDataLst>
          </p:nvPr>
        </p:nvSpPr>
        <p:spPr>
          <a:xfrm>
            <a:off x="7228206" y="1890713"/>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1">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36" name="任意多边形: 形状 148"/>
          <p:cNvSpPr/>
          <p:nvPr>
            <p:custDataLst>
              <p:tags r:id="rId23"/>
            </p:custDataLst>
          </p:nvPr>
        </p:nvSpPr>
        <p:spPr>
          <a:xfrm>
            <a:off x="6210936" y="2269173"/>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1">
                  <a:alpha val="100000"/>
                </a:schemeClr>
              </a:gs>
              <a:gs pos="100000">
                <a:schemeClr val="accent1">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37" name="任意多边形: 形状 150"/>
          <p:cNvSpPr/>
          <p:nvPr>
            <p:custDataLst>
              <p:tags r:id="rId24"/>
            </p:custDataLst>
          </p:nvPr>
        </p:nvSpPr>
        <p:spPr>
          <a:xfrm>
            <a:off x="6321426" y="2022158"/>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1">
                  <a:lumMod val="15000"/>
                  <a:lumOff val="85000"/>
                  <a:alpha val="100000"/>
                </a:schemeClr>
              </a:gs>
              <a:gs pos="100000">
                <a:schemeClr val="accent1">
                  <a:lumMod val="0"/>
                  <a:lumOff val="100000"/>
                  <a:alpha val="100000"/>
                </a:schemeClr>
              </a:gs>
            </a:gsLst>
            <a:lin ang="5400000" scaled="1"/>
          </a:gradFill>
          <a:ln w="19050" cap="flat">
            <a:gradFill>
              <a:gsLst>
                <a:gs pos="0">
                  <a:schemeClr val="accent1">
                    <a:lumMod val="10000"/>
                    <a:lumOff val="90000"/>
                    <a:alpha val="100000"/>
                  </a:schemeClr>
                </a:gs>
                <a:gs pos="100000">
                  <a:schemeClr val="accent1">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基于</a:t>
            </a:r>
            <a:r>
              <a:rPr lang="en-US" altLang="zh-CN" sz="1000">
                <a:solidFill>
                  <a:srgbClr val="262626"/>
                </a:solidFill>
                <a:sym typeface="微软雅黑" panose="020B0503020204020204" charset="-122"/>
              </a:rPr>
              <a:t> LangChain </a:t>
            </a:r>
            <a:r>
              <a:rPr lang="zh-CN" altLang="en-US" sz="1000">
                <a:solidFill>
                  <a:srgbClr val="262626"/>
                </a:solidFill>
                <a:sym typeface="微软雅黑" panose="020B0503020204020204" charset="-122"/>
              </a:rPr>
              <a:t>实现大语言模型调用抽象、提示工程管理、记忆机制（</a:t>
            </a:r>
            <a:r>
              <a:rPr lang="en-US" altLang="zh-CN" sz="1000">
                <a:solidFill>
                  <a:srgbClr val="262626"/>
                </a:solidFill>
                <a:sym typeface="微软雅黑" panose="020B0503020204020204" charset="-122"/>
              </a:rPr>
              <a:t>Memory</a:t>
            </a:r>
            <a:r>
              <a:rPr lang="zh-CN" altLang="en-US" sz="1000">
                <a:solidFill>
                  <a:srgbClr val="262626"/>
                </a:solidFill>
                <a:sym typeface="微软雅黑" panose="020B0503020204020204" charset="-122"/>
              </a:rPr>
              <a:t>）、工具（</a:t>
            </a:r>
            <a:r>
              <a:rPr lang="en-US" altLang="zh-CN" sz="1000">
                <a:solidFill>
                  <a:srgbClr val="262626"/>
                </a:solidFill>
                <a:sym typeface="微软雅黑" panose="020B0503020204020204" charset="-122"/>
              </a:rPr>
              <a:t>Tools</a:t>
            </a:r>
            <a:r>
              <a:rPr lang="zh-CN" altLang="en-US" sz="1000">
                <a:solidFill>
                  <a:srgbClr val="262626"/>
                </a:solidFill>
                <a:sym typeface="微软雅黑" panose="020B0503020204020204" charset="-122"/>
              </a:rPr>
              <a:t>）注册与动态路由，构建模块化</a:t>
            </a:r>
            <a:r>
              <a:rPr lang="en-US" altLang="zh-CN" sz="1000">
                <a:solidFill>
                  <a:srgbClr val="262626"/>
                </a:solidFill>
                <a:sym typeface="微软雅黑" panose="020B0503020204020204" charset="-122"/>
              </a:rPr>
              <a:t>AI</a:t>
            </a:r>
            <a:r>
              <a:rPr lang="zh-CN" altLang="en-US" sz="1000">
                <a:solidFill>
                  <a:srgbClr val="262626"/>
                </a:solidFill>
                <a:sym typeface="微软雅黑" panose="020B0503020204020204" charset="-122"/>
              </a:rPr>
              <a:t>应用层。</a:t>
            </a:r>
            <a:endParaRPr lang="zh-CN" altLang="en-US" sz="1000">
              <a:solidFill>
                <a:srgbClr val="262626"/>
              </a:solidFill>
              <a:sym typeface="微软雅黑" panose="020B0503020204020204" charset="-122"/>
            </a:endParaRPr>
          </a:p>
        </p:txBody>
      </p:sp>
      <p:sp>
        <p:nvSpPr>
          <p:cNvPr id="138" name="任意多边形: 形状 151"/>
          <p:cNvSpPr/>
          <p:nvPr>
            <p:custDataLst>
              <p:tags r:id="rId25"/>
            </p:custDataLst>
          </p:nvPr>
        </p:nvSpPr>
        <p:spPr>
          <a:xfrm>
            <a:off x="6210936" y="2760028"/>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1">
                  <a:alpha val="100000"/>
                </a:schemeClr>
              </a:gs>
              <a:gs pos="100000">
                <a:schemeClr val="accent1">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39" name="任意多边形: 形状 152"/>
          <p:cNvSpPr/>
          <p:nvPr>
            <p:custDataLst>
              <p:tags r:id="rId26"/>
            </p:custDataLst>
          </p:nvPr>
        </p:nvSpPr>
        <p:spPr>
          <a:xfrm>
            <a:off x="6210936" y="2690813"/>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1">
                  <a:alpha val="100000"/>
                </a:schemeClr>
              </a:gs>
              <a:gs pos="100000">
                <a:schemeClr val="accent1">
                  <a:lumMod val="40000"/>
                  <a:lumOff val="60000"/>
                  <a:alpha val="100000"/>
                </a:schemeClr>
              </a:gs>
            </a:gsLst>
            <a:lin ang="2700000" scaled="0"/>
          </a:gradFill>
          <a:ln w="7620" cap="flat">
            <a:no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41" name="任意多边形: 形状 153"/>
          <p:cNvSpPr/>
          <p:nvPr>
            <p:custDataLst>
              <p:tags r:id="rId27"/>
            </p:custDataLst>
          </p:nvPr>
        </p:nvSpPr>
        <p:spPr>
          <a:xfrm>
            <a:off x="6240146" y="2691448"/>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42" name="任意多边形: 形状 154"/>
          <p:cNvSpPr/>
          <p:nvPr>
            <p:custDataLst>
              <p:tags r:id="rId28"/>
            </p:custDataLst>
          </p:nvPr>
        </p:nvSpPr>
        <p:spPr>
          <a:xfrm>
            <a:off x="6210301" y="3411538"/>
            <a:ext cx="2501265" cy="668655"/>
          </a:xfrm>
          <a:prstGeom prst="roundRect">
            <a:avLst/>
          </a:prstGeom>
          <a:gradFill>
            <a:gsLst>
              <a:gs pos="6000">
                <a:schemeClr val="accent1">
                  <a:alpha val="28000"/>
                </a:schemeClr>
              </a:gs>
              <a:gs pos="100000">
                <a:schemeClr val="accent1">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43" name="任意多边形: 形状 152"/>
          <p:cNvSpPr/>
          <p:nvPr>
            <p:custDataLst>
              <p:tags r:id="rId29"/>
            </p:custDataLst>
          </p:nvPr>
        </p:nvSpPr>
        <p:spPr>
          <a:xfrm>
            <a:off x="6210936" y="2766378"/>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1"/>
            </a:solid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46" name="图片 145" descr="图层 1 拷贝"/>
          <p:cNvPicPr>
            <a:picLocks noChangeAspect="1"/>
          </p:cNvPicPr>
          <p:nvPr>
            <p:custDataLst>
              <p:tags r:id="rId30"/>
            </p:custDataLst>
          </p:nvPr>
        </p:nvPicPr>
        <p:blipFill>
          <a:blip r:embed="rId10"/>
          <a:srcRect r="16994"/>
          <a:stretch>
            <a:fillRect/>
          </a:stretch>
        </p:blipFill>
        <p:spPr>
          <a:xfrm rot="21240000">
            <a:off x="7070726" y="2764473"/>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47" name="文本框 146"/>
          <p:cNvSpPr txBox="1"/>
          <p:nvPr>
            <p:custDataLst>
              <p:tags r:id="rId31"/>
            </p:custDataLst>
          </p:nvPr>
        </p:nvSpPr>
        <p:spPr>
          <a:xfrm>
            <a:off x="6463031" y="2981008"/>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LangChain  LLM</a:t>
            </a:r>
            <a:r>
              <a:rPr lang="zh-CN" altLang="en-US" sz="1400" b="1">
                <a:solidFill>
                  <a:srgbClr val="FFFFFF"/>
                </a:solidFill>
                <a:sym typeface="微软雅黑" panose="020B0503020204020204" charset="-122"/>
              </a:rPr>
              <a:t>集成与工具链</a:t>
            </a:r>
            <a:endParaRPr lang="zh-CN" altLang="en-US" sz="1400" b="1">
              <a:solidFill>
                <a:srgbClr val="FFFFFF"/>
              </a:solidFill>
              <a:sym typeface="微软雅黑" panose="020B0503020204020204" charset="-122"/>
            </a:endParaRPr>
          </a:p>
        </p:txBody>
      </p:sp>
      <p:sp>
        <p:nvSpPr>
          <p:cNvPr id="149" name="任意多边形: 形状 147"/>
          <p:cNvSpPr/>
          <p:nvPr>
            <p:custDataLst>
              <p:tags r:id="rId32"/>
            </p:custDataLst>
          </p:nvPr>
        </p:nvSpPr>
        <p:spPr>
          <a:xfrm>
            <a:off x="9992996" y="1890713"/>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2">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50" name="任意多边形: 形状 148"/>
          <p:cNvSpPr/>
          <p:nvPr>
            <p:custDataLst>
              <p:tags r:id="rId33"/>
            </p:custDataLst>
          </p:nvPr>
        </p:nvSpPr>
        <p:spPr>
          <a:xfrm>
            <a:off x="8975726" y="2269173"/>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2">
                  <a:alpha val="100000"/>
                </a:schemeClr>
              </a:gs>
              <a:gs pos="100000">
                <a:schemeClr val="accent2">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51" name="任意多边形: 形状 150"/>
          <p:cNvSpPr/>
          <p:nvPr>
            <p:custDataLst>
              <p:tags r:id="rId34"/>
            </p:custDataLst>
          </p:nvPr>
        </p:nvSpPr>
        <p:spPr>
          <a:xfrm>
            <a:off x="9086216" y="2022158"/>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2">
                  <a:lumMod val="15000"/>
                  <a:lumOff val="85000"/>
                  <a:alpha val="100000"/>
                </a:schemeClr>
              </a:gs>
              <a:gs pos="100000">
                <a:schemeClr val="accent2">
                  <a:lumMod val="0"/>
                  <a:lumOff val="100000"/>
                  <a:alpha val="100000"/>
                </a:schemeClr>
              </a:gs>
            </a:gsLst>
            <a:lin ang="5400000" scaled="1"/>
          </a:gradFill>
          <a:ln w="19050" cap="flat">
            <a:gradFill>
              <a:gsLst>
                <a:gs pos="0">
                  <a:schemeClr val="accent2">
                    <a:lumMod val="10000"/>
                    <a:lumOff val="90000"/>
                    <a:alpha val="100000"/>
                  </a:schemeClr>
                </a:gs>
                <a:gs pos="100000">
                  <a:schemeClr val="accent2">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使用</a:t>
            </a:r>
            <a:r>
              <a:rPr lang="en-US" altLang="zh-CN" sz="1000">
                <a:solidFill>
                  <a:srgbClr val="262626"/>
                </a:solidFill>
                <a:sym typeface="微软雅黑" panose="020B0503020204020204" charset="-122"/>
              </a:rPr>
              <a:t> FastAPI  </a:t>
            </a:r>
            <a:r>
              <a:rPr lang="zh-CN" altLang="en-US" sz="1000">
                <a:solidFill>
                  <a:srgbClr val="262626"/>
                </a:solidFill>
                <a:sym typeface="微软雅黑" panose="020B0503020204020204" charset="-122"/>
              </a:rPr>
              <a:t>提供异步、类型安全、自动生成</a:t>
            </a:r>
            <a:r>
              <a:rPr lang="en-US" altLang="zh-CN" sz="1000">
                <a:solidFill>
                  <a:srgbClr val="262626"/>
                </a:solidFill>
                <a:sym typeface="微软雅黑" panose="020B0503020204020204" charset="-122"/>
              </a:rPr>
              <a:t> OpenAPI </a:t>
            </a:r>
            <a:r>
              <a:rPr lang="zh-CN" altLang="en-US" sz="1000">
                <a:solidFill>
                  <a:srgbClr val="262626"/>
                </a:solidFill>
                <a:sym typeface="微软雅黑" panose="020B0503020204020204" charset="-122"/>
              </a:rPr>
              <a:t>文档的</a:t>
            </a:r>
            <a:r>
              <a:rPr lang="en-US" altLang="zh-CN" sz="1000">
                <a:solidFill>
                  <a:srgbClr val="262626"/>
                </a:solidFill>
                <a:sym typeface="微软雅黑" panose="020B0503020204020204" charset="-122"/>
              </a:rPr>
              <a:t> RESTful </a:t>
            </a:r>
            <a:r>
              <a:rPr lang="zh-CN" altLang="en-US" sz="1000">
                <a:solidFill>
                  <a:srgbClr val="262626"/>
                </a:solidFill>
                <a:sym typeface="微软雅黑" panose="020B0503020204020204" charset="-122"/>
              </a:rPr>
              <a:t>接口服务，支撑高并发请求与低延迟响应。</a:t>
            </a:r>
            <a:endParaRPr lang="zh-CN" altLang="en-US" sz="1000">
              <a:solidFill>
                <a:srgbClr val="262626"/>
              </a:solidFill>
              <a:sym typeface="微软雅黑" panose="020B0503020204020204" charset="-122"/>
            </a:endParaRPr>
          </a:p>
        </p:txBody>
      </p:sp>
      <p:sp>
        <p:nvSpPr>
          <p:cNvPr id="153" name="任意多边形: 形状 151"/>
          <p:cNvSpPr/>
          <p:nvPr>
            <p:custDataLst>
              <p:tags r:id="rId35"/>
            </p:custDataLst>
          </p:nvPr>
        </p:nvSpPr>
        <p:spPr>
          <a:xfrm>
            <a:off x="8975726" y="2760028"/>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2">
                  <a:alpha val="100000"/>
                </a:schemeClr>
              </a:gs>
              <a:gs pos="100000">
                <a:schemeClr val="accent2">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54" name="任意多边形: 形状 152"/>
          <p:cNvSpPr/>
          <p:nvPr>
            <p:custDataLst>
              <p:tags r:id="rId36"/>
            </p:custDataLst>
          </p:nvPr>
        </p:nvSpPr>
        <p:spPr>
          <a:xfrm>
            <a:off x="8975726" y="2690813"/>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2">
                  <a:alpha val="100000"/>
                </a:schemeClr>
              </a:gs>
              <a:gs pos="100000">
                <a:schemeClr val="accent2">
                  <a:lumMod val="40000"/>
                  <a:lumOff val="60000"/>
                  <a:alpha val="100000"/>
                </a:schemeClr>
              </a:gs>
            </a:gsLst>
            <a:lin ang="2700000" scaled="0"/>
          </a:gradFill>
          <a:ln w="7620" cap="flat">
            <a:no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55" name="任意多边形: 形状 153"/>
          <p:cNvSpPr/>
          <p:nvPr>
            <p:custDataLst>
              <p:tags r:id="rId37"/>
            </p:custDataLst>
          </p:nvPr>
        </p:nvSpPr>
        <p:spPr>
          <a:xfrm>
            <a:off x="9004936" y="2691448"/>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56" name="任意多边形: 形状 154"/>
          <p:cNvSpPr/>
          <p:nvPr>
            <p:custDataLst>
              <p:tags r:id="rId38"/>
            </p:custDataLst>
          </p:nvPr>
        </p:nvSpPr>
        <p:spPr>
          <a:xfrm>
            <a:off x="8975091" y="3411538"/>
            <a:ext cx="2501265" cy="668655"/>
          </a:xfrm>
          <a:prstGeom prst="roundRect">
            <a:avLst/>
          </a:prstGeom>
          <a:gradFill>
            <a:gsLst>
              <a:gs pos="6000">
                <a:schemeClr val="accent2">
                  <a:alpha val="28000"/>
                </a:schemeClr>
              </a:gs>
              <a:gs pos="100000">
                <a:schemeClr val="accent2">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57" name="任意多边形: 形状 152"/>
          <p:cNvSpPr/>
          <p:nvPr>
            <p:custDataLst>
              <p:tags r:id="rId39"/>
            </p:custDataLst>
          </p:nvPr>
        </p:nvSpPr>
        <p:spPr>
          <a:xfrm>
            <a:off x="8975726" y="2766378"/>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2"/>
            </a:solid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58" name="图片 157" descr="图层 1 拷贝"/>
          <p:cNvPicPr>
            <a:picLocks noChangeAspect="1"/>
          </p:cNvPicPr>
          <p:nvPr>
            <p:custDataLst>
              <p:tags r:id="rId40"/>
            </p:custDataLst>
          </p:nvPr>
        </p:nvPicPr>
        <p:blipFill>
          <a:blip r:embed="rId10"/>
          <a:srcRect r="16994"/>
          <a:stretch>
            <a:fillRect/>
          </a:stretch>
        </p:blipFill>
        <p:spPr>
          <a:xfrm rot="21240000">
            <a:off x="9835515" y="2764473"/>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59" name="文本框 158"/>
          <p:cNvSpPr txBox="1"/>
          <p:nvPr>
            <p:custDataLst>
              <p:tags r:id="rId41"/>
            </p:custDataLst>
          </p:nvPr>
        </p:nvSpPr>
        <p:spPr>
          <a:xfrm>
            <a:off x="9227821" y="2981008"/>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FastAPI  </a:t>
            </a:r>
            <a:r>
              <a:rPr lang="zh-CN" altLang="en-US" sz="1400" b="1">
                <a:solidFill>
                  <a:srgbClr val="FFFFFF"/>
                </a:solidFill>
                <a:sym typeface="微软雅黑" panose="020B0503020204020204" charset="-122"/>
              </a:rPr>
              <a:t>高性能</a:t>
            </a:r>
            <a:r>
              <a:rPr lang="en-US" altLang="zh-CN" sz="1400" b="1">
                <a:solidFill>
                  <a:srgbClr val="FFFFFF"/>
                </a:solidFill>
                <a:sym typeface="微软雅黑" panose="020B0503020204020204" charset="-122"/>
              </a:rPr>
              <a:t>API</a:t>
            </a:r>
            <a:r>
              <a:rPr lang="zh-CN" altLang="en-US" sz="1400" b="1">
                <a:solidFill>
                  <a:srgbClr val="FFFFFF"/>
                </a:solidFill>
                <a:sym typeface="微软雅黑" panose="020B0503020204020204" charset="-122"/>
              </a:rPr>
              <a:t>框架</a:t>
            </a:r>
            <a:endParaRPr lang="zh-CN" altLang="en-US" sz="1400" b="1">
              <a:solidFill>
                <a:srgbClr val="FFFFFF"/>
              </a:solidFill>
              <a:sym typeface="微软雅黑" panose="020B0503020204020204" charset="-122"/>
            </a:endParaRPr>
          </a:p>
        </p:txBody>
      </p:sp>
      <p:sp>
        <p:nvSpPr>
          <p:cNvPr id="161" name="任意多边形: 形状 147"/>
          <p:cNvSpPr/>
          <p:nvPr>
            <p:custDataLst>
              <p:tags r:id="rId42"/>
            </p:custDataLst>
          </p:nvPr>
        </p:nvSpPr>
        <p:spPr>
          <a:xfrm>
            <a:off x="2901316" y="4267518"/>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1">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62" name="任意多边形: 形状 148"/>
          <p:cNvSpPr/>
          <p:nvPr>
            <p:custDataLst>
              <p:tags r:id="rId43"/>
            </p:custDataLst>
          </p:nvPr>
        </p:nvSpPr>
        <p:spPr>
          <a:xfrm>
            <a:off x="1884045" y="4645978"/>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1">
                  <a:alpha val="100000"/>
                </a:schemeClr>
              </a:gs>
              <a:gs pos="100000">
                <a:schemeClr val="accent1">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63" name="任意多边形: 形状 150"/>
          <p:cNvSpPr/>
          <p:nvPr>
            <p:custDataLst>
              <p:tags r:id="rId44"/>
            </p:custDataLst>
          </p:nvPr>
        </p:nvSpPr>
        <p:spPr>
          <a:xfrm>
            <a:off x="1994535" y="4398963"/>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1">
                  <a:lumMod val="15000"/>
                  <a:lumOff val="85000"/>
                  <a:alpha val="100000"/>
                </a:schemeClr>
              </a:gs>
              <a:gs pos="100000">
                <a:schemeClr val="accent1">
                  <a:lumMod val="0"/>
                  <a:lumOff val="100000"/>
                  <a:alpha val="100000"/>
                </a:schemeClr>
              </a:gs>
            </a:gsLst>
            <a:lin ang="5400000" scaled="1"/>
          </a:gradFill>
          <a:ln w="19050" cap="flat">
            <a:gradFill>
              <a:gsLst>
                <a:gs pos="0">
                  <a:schemeClr val="accent1">
                    <a:lumMod val="10000"/>
                    <a:lumOff val="90000"/>
                    <a:alpha val="100000"/>
                  </a:schemeClr>
                </a:gs>
                <a:gs pos="100000">
                  <a:schemeClr val="accent1">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通过</a:t>
            </a:r>
            <a:r>
              <a:rPr lang="en-US" altLang="zh-CN" sz="1000">
                <a:solidFill>
                  <a:srgbClr val="262626"/>
                </a:solidFill>
                <a:sym typeface="微软雅黑" panose="020B0503020204020204" charset="-122"/>
              </a:rPr>
              <a:t> LiteLLM </a:t>
            </a:r>
            <a:r>
              <a:rPr lang="zh-CN" altLang="en-US" sz="1000">
                <a:solidFill>
                  <a:srgbClr val="262626"/>
                </a:solidFill>
                <a:sym typeface="微软雅黑" panose="020B0503020204020204" charset="-122"/>
              </a:rPr>
              <a:t>实现对</a:t>
            </a:r>
            <a:r>
              <a:rPr lang="en-US" altLang="zh-CN" sz="1000">
                <a:solidFill>
                  <a:srgbClr val="262626"/>
                </a:solidFill>
                <a:sym typeface="微软雅黑" panose="020B0503020204020204" charset="-122"/>
              </a:rPr>
              <a:t> OpenAI</a:t>
            </a:r>
            <a:r>
              <a:rPr lang="zh-CN" altLang="en-US" sz="1000">
                <a:solidFill>
                  <a:srgbClr val="262626"/>
                </a:solidFill>
                <a:sym typeface="微软雅黑" panose="020B0503020204020204" charset="-122"/>
              </a:rPr>
              <a:t>、</a:t>
            </a:r>
            <a:r>
              <a:rPr lang="en-US" altLang="zh-CN" sz="1000">
                <a:solidFill>
                  <a:srgbClr val="262626"/>
                </a:solidFill>
                <a:sym typeface="微软雅黑" panose="020B0503020204020204" charset="-122"/>
              </a:rPr>
              <a:t>Anthropic</a:t>
            </a:r>
            <a:r>
              <a:rPr lang="zh-CN" altLang="en-US" sz="1000">
                <a:solidFill>
                  <a:srgbClr val="262626"/>
                </a:solidFill>
                <a:sym typeface="微软雅黑" panose="020B0503020204020204" charset="-122"/>
              </a:rPr>
              <a:t>、</a:t>
            </a:r>
            <a:r>
              <a:rPr lang="en-US" altLang="zh-CN" sz="1000">
                <a:solidFill>
                  <a:srgbClr val="262626"/>
                </a:solidFill>
                <a:sym typeface="微软雅黑" panose="020B0503020204020204" charset="-122"/>
              </a:rPr>
              <a:t>Ollama</a:t>
            </a:r>
            <a:r>
              <a:rPr lang="zh-CN" altLang="en-US" sz="1000">
                <a:solidFill>
                  <a:srgbClr val="262626"/>
                </a:solidFill>
                <a:sym typeface="微软雅黑" panose="020B0503020204020204" charset="-122"/>
              </a:rPr>
              <a:t>、</a:t>
            </a:r>
            <a:r>
              <a:rPr lang="en-US" altLang="zh-CN" sz="1000">
                <a:solidFill>
                  <a:srgbClr val="262626"/>
                </a:solidFill>
                <a:sym typeface="微软雅黑" panose="020B0503020204020204" charset="-122"/>
              </a:rPr>
              <a:t>Groq </a:t>
            </a:r>
            <a:r>
              <a:rPr lang="zh-CN" altLang="en-US" sz="1000">
                <a:solidFill>
                  <a:srgbClr val="262626"/>
                </a:solidFill>
                <a:sym typeface="微软雅黑" panose="020B0503020204020204" charset="-122"/>
              </a:rPr>
              <a:t>等十余种</a:t>
            </a:r>
            <a:r>
              <a:rPr lang="en-US" altLang="zh-CN" sz="1000">
                <a:solidFill>
                  <a:srgbClr val="262626"/>
                </a:solidFill>
                <a:sym typeface="微软雅黑" panose="020B0503020204020204" charset="-122"/>
              </a:rPr>
              <a:t> LLM </a:t>
            </a:r>
            <a:r>
              <a:rPr lang="zh-CN" altLang="en-US" sz="1000">
                <a:solidFill>
                  <a:srgbClr val="262626"/>
                </a:solidFill>
                <a:sym typeface="微软雅黑" panose="020B0503020204020204" charset="-122"/>
              </a:rPr>
              <a:t>后端的标准化调用封装，支持智能路由、负载均衡与成本监控。</a:t>
            </a:r>
            <a:endParaRPr lang="zh-CN" altLang="en-US" sz="1000">
              <a:solidFill>
                <a:srgbClr val="262626"/>
              </a:solidFill>
              <a:sym typeface="微软雅黑" panose="020B0503020204020204" charset="-122"/>
            </a:endParaRPr>
          </a:p>
        </p:txBody>
      </p:sp>
      <p:sp>
        <p:nvSpPr>
          <p:cNvPr id="164" name="任意多边形: 形状 151"/>
          <p:cNvSpPr/>
          <p:nvPr>
            <p:custDataLst>
              <p:tags r:id="rId45"/>
            </p:custDataLst>
          </p:nvPr>
        </p:nvSpPr>
        <p:spPr>
          <a:xfrm>
            <a:off x="1884045" y="5136833"/>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1">
                  <a:alpha val="100000"/>
                </a:schemeClr>
              </a:gs>
              <a:gs pos="100000">
                <a:schemeClr val="accent1">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65" name="任意多边形: 形状 152"/>
          <p:cNvSpPr/>
          <p:nvPr>
            <p:custDataLst>
              <p:tags r:id="rId46"/>
            </p:custDataLst>
          </p:nvPr>
        </p:nvSpPr>
        <p:spPr>
          <a:xfrm>
            <a:off x="1884045" y="5067618"/>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1">
                  <a:alpha val="100000"/>
                </a:schemeClr>
              </a:gs>
              <a:gs pos="100000">
                <a:schemeClr val="accent1">
                  <a:lumMod val="40000"/>
                  <a:lumOff val="60000"/>
                  <a:alpha val="100000"/>
                </a:schemeClr>
              </a:gs>
            </a:gsLst>
            <a:lin ang="2700000" scaled="0"/>
          </a:gradFill>
          <a:ln w="7620" cap="flat">
            <a:no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66" name="任意多边形: 形状 153"/>
          <p:cNvSpPr/>
          <p:nvPr>
            <p:custDataLst>
              <p:tags r:id="rId47"/>
            </p:custDataLst>
          </p:nvPr>
        </p:nvSpPr>
        <p:spPr>
          <a:xfrm>
            <a:off x="1913255" y="5068253"/>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67" name="任意多边形: 形状 154"/>
          <p:cNvSpPr/>
          <p:nvPr>
            <p:custDataLst>
              <p:tags r:id="rId48"/>
            </p:custDataLst>
          </p:nvPr>
        </p:nvSpPr>
        <p:spPr>
          <a:xfrm>
            <a:off x="1883410" y="5788343"/>
            <a:ext cx="2501265" cy="668655"/>
          </a:xfrm>
          <a:prstGeom prst="roundRect">
            <a:avLst/>
          </a:prstGeom>
          <a:gradFill>
            <a:gsLst>
              <a:gs pos="6000">
                <a:schemeClr val="accent1">
                  <a:alpha val="28000"/>
                </a:schemeClr>
              </a:gs>
              <a:gs pos="100000">
                <a:schemeClr val="accent1">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68" name="任意多边形: 形状 152"/>
          <p:cNvSpPr/>
          <p:nvPr>
            <p:custDataLst>
              <p:tags r:id="rId49"/>
            </p:custDataLst>
          </p:nvPr>
        </p:nvSpPr>
        <p:spPr>
          <a:xfrm>
            <a:off x="1884045" y="5143183"/>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1"/>
            </a:solid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69" name="图片 168" descr="图层 1 拷贝"/>
          <p:cNvPicPr>
            <a:picLocks noChangeAspect="1"/>
          </p:cNvPicPr>
          <p:nvPr>
            <p:custDataLst>
              <p:tags r:id="rId50"/>
            </p:custDataLst>
          </p:nvPr>
        </p:nvPicPr>
        <p:blipFill>
          <a:blip r:embed="rId10"/>
          <a:srcRect r="16994"/>
          <a:stretch>
            <a:fillRect/>
          </a:stretch>
        </p:blipFill>
        <p:spPr>
          <a:xfrm rot="21240000">
            <a:off x="2743836" y="5141278"/>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70" name="文本框 169"/>
          <p:cNvSpPr txBox="1"/>
          <p:nvPr>
            <p:custDataLst>
              <p:tags r:id="rId51"/>
            </p:custDataLst>
          </p:nvPr>
        </p:nvSpPr>
        <p:spPr>
          <a:xfrm>
            <a:off x="2136141" y="5357813"/>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LiteLLM </a:t>
            </a:r>
            <a:r>
              <a:rPr lang="zh-CN" altLang="en-US" sz="1400" b="1">
                <a:solidFill>
                  <a:srgbClr val="FFFFFF"/>
                </a:solidFill>
                <a:sym typeface="微软雅黑" panose="020B0503020204020204" charset="-122"/>
              </a:rPr>
              <a:t>多</a:t>
            </a:r>
            <a:r>
              <a:rPr lang="en-US" altLang="zh-CN" sz="1400" b="1">
                <a:solidFill>
                  <a:srgbClr val="FFFFFF"/>
                </a:solidFill>
                <a:sym typeface="微软雅黑" panose="020B0503020204020204" charset="-122"/>
              </a:rPr>
              <a:t>LLM</a:t>
            </a:r>
            <a:r>
              <a:rPr lang="zh-CN" altLang="en-US" sz="1400" b="1">
                <a:solidFill>
                  <a:srgbClr val="FFFFFF"/>
                </a:solidFill>
                <a:sym typeface="微软雅黑" panose="020B0503020204020204" charset="-122"/>
              </a:rPr>
              <a:t>统一接口</a:t>
            </a:r>
            <a:endParaRPr lang="zh-CN" altLang="en-US" sz="1400" b="1">
              <a:solidFill>
                <a:srgbClr val="FFFFFF"/>
              </a:solidFill>
              <a:sym typeface="微软雅黑" panose="020B0503020204020204" charset="-122"/>
            </a:endParaRPr>
          </a:p>
        </p:txBody>
      </p:sp>
      <p:sp>
        <p:nvSpPr>
          <p:cNvPr id="172" name="任意多边形: 形状 147"/>
          <p:cNvSpPr/>
          <p:nvPr>
            <p:custDataLst>
              <p:tags r:id="rId52"/>
            </p:custDataLst>
          </p:nvPr>
        </p:nvSpPr>
        <p:spPr>
          <a:xfrm>
            <a:off x="5661661" y="4267518"/>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2">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73" name="任意多边形: 形状 148"/>
          <p:cNvSpPr/>
          <p:nvPr>
            <p:custDataLst>
              <p:tags r:id="rId53"/>
            </p:custDataLst>
          </p:nvPr>
        </p:nvSpPr>
        <p:spPr>
          <a:xfrm>
            <a:off x="4644391" y="4645978"/>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2">
                  <a:alpha val="100000"/>
                </a:schemeClr>
              </a:gs>
              <a:gs pos="100000">
                <a:schemeClr val="accent2">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174" name="任意多边形: 形状 150"/>
          <p:cNvSpPr/>
          <p:nvPr>
            <p:custDataLst>
              <p:tags r:id="rId54"/>
            </p:custDataLst>
          </p:nvPr>
        </p:nvSpPr>
        <p:spPr>
          <a:xfrm>
            <a:off x="4754881" y="4398963"/>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2">
                  <a:lumMod val="15000"/>
                  <a:lumOff val="85000"/>
                  <a:alpha val="100000"/>
                </a:schemeClr>
              </a:gs>
              <a:gs pos="100000">
                <a:schemeClr val="accent2">
                  <a:lumMod val="0"/>
                  <a:lumOff val="100000"/>
                  <a:alpha val="100000"/>
                </a:schemeClr>
              </a:gs>
            </a:gsLst>
            <a:lin ang="5400000" scaled="1"/>
          </a:gradFill>
          <a:ln w="19050" cap="flat">
            <a:gradFill>
              <a:gsLst>
                <a:gs pos="0">
                  <a:schemeClr val="accent2">
                    <a:lumMod val="10000"/>
                    <a:lumOff val="90000"/>
                    <a:alpha val="100000"/>
                  </a:schemeClr>
                </a:gs>
                <a:gs pos="100000">
                  <a:schemeClr val="accent2">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引入</a:t>
            </a:r>
            <a:r>
              <a:rPr lang="en-US" altLang="zh-CN" sz="1000">
                <a:solidFill>
                  <a:srgbClr val="262626"/>
                </a:solidFill>
                <a:sym typeface="微软雅黑" panose="020B0503020204020204" charset="-122"/>
              </a:rPr>
              <a:t> MCP </a:t>
            </a:r>
            <a:r>
              <a:rPr lang="zh-CN" altLang="en-US" sz="1000">
                <a:solidFill>
                  <a:srgbClr val="262626"/>
                </a:solidFill>
                <a:sym typeface="微软雅黑" panose="020B0503020204020204" charset="-122"/>
              </a:rPr>
              <a:t>协议规范，实现模型上下文（</a:t>
            </a:r>
            <a:r>
              <a:rPr lang="en-US" altLang="zh-CN" sz="1000">
                <a:solidFill>
                  <a:srgbClr val="262626"/>
                </a:solidFill>
                <a:sym typeface="微软雅黑" panose="020B0503020204020204" charset="-122"/>
              </a:rPr>
              <a:t>context</a:t>
            </a:r>
            <a:r>
              <a:rPr lang="zh-CN" altLang="en-US" sz="1000">
                <a:solidFill>
                  <a:srgbClr val="262626"/>
                </a:solidFill>
                <a:sym typeface="微软雅黑" panose="020B0503020204020204" charset="-122"/>
              </a:rPr>
              <a:t>）的结构化定义、跨组件共享与生命周期管理，提升多模型协同推理的一致性与可追溯性。</a:t>
            </a:r>
            <a:endParaRPr lang="zh-CN" altLang="en-US" sz="1000">
              <a:solidFill>
                <a:srgbClr val="262626"/>
              </a:solidFill>
              <a:sym typeface="微软雅黑" panose="020B0503020204020204" charset="-122"/>
            </a:endParaRPr>
          </a:p>
        </p:txBody>
      </p:sp>
      <p:sp>
        <p:nvSpPr>
          <p:cNvPr id="175" name="任意多边形: 形状 151"/>
          <p:cNvSpPr/>
          <p:nvPr>
            <p:custDataLst>
              <p:tags r:id="rId55"/>
            </p:custDataLst>
          </p:nvPr>
        </p:nvSpPr>
        <p:spPr>
          <a:xfrm>
            <a:off x="4644391" y="5136833"/>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2">
                  <a:alpha val="100000"/>
                </a:schemeClr>
              </a:gs>
              <a:gs pos="100000">
                <a:schemeClr val="accent2">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76" name="任意多边形: 形状 152"/>
          <p:cNvSpPr/>
          <p:nvPr>
            <p:custDataLst>
              <p:tags r:id="rId56"/>
            </p:custDataLst>
          </p:nvPr>
        </p:nvSpPr>
        <p:spPr>
          <a:xfrm>
            <a:off x="4644391" y="5067618"/>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2">
                  <a:alpha val="100000"/>
                </a:schemeClr>
              </a:gs>
              <a:gs pos="100000">
                <a:schemeClr val="accent2">
                  <a:lumMod val="40000"/>
                  <a:lumOff val="60000"/>
                  <a:alpha val="100000"/>
                </a:schemeClr>
              </a:gs>
            </a:gsLst>
            <a:lin ang="2700000" scaled="0"/>
          </a:gradFill>
          <a:ln w="7620" cap="flat">
            <a:no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81" name="任意多边形: 形状 153"/>
          <p:cNvSpPr/>
          <p:nvPr>
            <p:custDataLst>
              <p:tags r:id="rId57"/>
            </p:custDataLst>
          </p:nvPr>
        </p:nvSpPr>
        <p:spPr>
          <a:xfrm>
            <a:off x="4673601" y="5068253"/>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85" name="任意多边形: 形状 154"/>
          <p:cNvSpPr/>
          <p:nvPr>
            <p:custDataLst>
              <p:tags r:id="rId58"/>
            </p:custDataLst>
          </p:nvPr>
        </p:nvSpPr>
        <p:spPr>
          <a:xfrm>
            <a:off x="4643756" y="5788343"/>
            <a:ext cx="2501265" cy="668655"/>
          </a:xfrm>
          <a:prstGeom prst="roundRect">
            <a:avLst/>
          </a:prstGeom>
          <a:gradFill>
            <a:gsLst>
              <a:gs pos="6000">
                <a:schemeClr val="accent2">
                  <a:alpha val="28000"/>
                </a:schemeClr>
              </a:gs>
              <a:gs pos="100000">
                <a:schemeClr val="accent2">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188" name="任意多边形: 形状 152"/>
          <p:cNvSpPr/>
          <p:nvPr>
            <p:custDataLst>
              <p:tags r:id="rId59"/>
            </p:custDataLst>
          </p:nvPr>
        </p:nvSpPr>
        <p:spPr>
          <a:xfrm>
            <a:off x="4644391" y="5143183"/>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2"/>
            </a:solidFill>
            <a:prstDash val="solid"/>
            <a:miter/>
          </a:ln>
          <a:effectLst>
            <a:outerShdw blurRad="50800" dist="25400" dir="14400000" algn="t" rotWithShape="0">
              <a:schemeClr val="accent2">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193" name="图片 192" descr="图层 1 拷贝"/>
          <p:cNvPicPr>
            <a:picLocks noChangeAspect="1"/>
          </p:cNvPicPr>
          <p:nvPr>
            <p:custDataLst>
              <p:tags r:id="rId60"/>
            </p:custDataLst>
          </p:nvPr>
        </p:nvPicPr>
        <p:blipFill>
          <a:blip r:embed="rId10"/>
          <a:srcRect r="16994"/>
          <a:stretch>
            <a:fillRect/>
          </a:stretch>
        </p:blipFill>
        <p:spPr>
          <a:xfrm rot="21240000">
            <a:off x="5504181" y="5141278"/>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197" name="文本框 196"/>
          <p:cNvSpPr txBox="1"/>
          <p:nvPr>
            <p:custDataLst>
              <p:tags r:id="rId61"/>
            </p:custDataLst>
          </p:nvPr>
        </p:nvSpPr>
        <p:spPr>
          <a:xfrm>
            <a:off x="4896486" y="5357813"/>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MCP Model Context Protocol </a:t>
            </a:r>
            <a:r>
              <a:rPr lang="zh-CN" altLang="en-US" sz="1400" b="1">
                <a:solidFill>
                  <a:srgbClr val="FFFFFF"/>
                </a:solidFill>
                <a:sym typeface="微软雅黑" panose="020B0503020204020204" charset="-122"/>
              </a:rPr>
              <a:t>支持</a:t>
            </a:r>
            <a:endParaRPr lang="zh-CN" altLang="en-US" sz="1400" b="1">
              <a:solidFill>
                <a:srgbClr val="FFFFFF"/>
              </a:solidFill>
              <a:sym typeface="微软雅黑" panose="020B0503020204020204" charset="-122"/>
            </a:endParaRPr>
          </a:p>
        </p:txBody>
      </p:sp>
      <p:sp>
        <p:nvSpPr>
          <p:cNvPr id="205" name="任意多边形: 形状 147"/>
          <p:cNvSpPr/>
          <p:nvPr>
            <p:custDataLst>
              <p:tags r:id="rId62"/>
            </p:custDataLst>
          </p:nvPr>
        </p:nvSpPr>
        <p:spPr>
          <a:xfrm>
            <a:off x="8426451" y="4267518"/>
            <a:ext cx="466090" cy="245745"/>
          </a:xfrm>
          <a:custGeom>
            <a:avLst/>
            <a:gdLst>
              <a:gd name="connsiteX0" fmla="*/ 196672 w 466310"/>
              <a:gd name="connsiteY0" fmla="*/ 7430 h 245859"/>
              <a:gd name="connsiteX1" fmla="*/ 56845 w 466310"/>
              <a:gd name="connsiteY1" fmla="*/ 66866 h 245859"/>
              <a:gd name="connsiteX2" fmla="*/ 93345 w 466310"/>
              <a:gd name="connsiteY2" fmla="*/ 245859 h 245859"/>
              <a:gd name="connsiteX3" fmla="*/ 372999 w 466310"/>
              <a:gd name="connsiteY3" fmla="*/ 245859 h 245859"/>
              <a:gd name="connsiteX4" fmla="*/ 409498 w 466310"/>
              <a:gd name="connsiteY4" fmla="*/ 66866 h 245859"/>
              <a:gd name="connsiteX5" fmla="*/ 269671 w 466310"/>
              <a:gd name="connsiteY5" fmla="*/ 7430 h 245859"/>
              <a:gd name="connsiteX6" fmla="*/ 196672 w 466310"/>
              <a:gd name="connsiteY6" fmla="*/ 7430 h 2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310" h="245859">
                <a:moveTo>
                  <a:pt x="196672" y="7430"/>
                </a:moveTo>
                <a:lnTo>
                  <a:pt x="56845" y="66866"/>
                </a:lnTo>
                <a:cubicBezTo>
                  <a:pt x="-36576" y="106566"/>
                  <a:pt x="-8154" y="245859"/>
                  <a:pt x="93345" y="245859"/>
                </a:cubicBezTo>
                <a:lnTo>
                  <a:pt x="372999" y="245859"/>
                </a:lnTo>
                <a:cubicBezTo>
                  <a:pt x="474497" y="245859"/>
                  <a:pt x="502843" y="106642"/>
                  <a:pt x="409498" y="66866"/>
                </a:cubicBezTo>
                <a:lnTo>
                  <a:pt x="269671" y="7430"/>
                </a:lnTo>
                <a:cubicBezTo>
                  <a:pt x="246278" y="-2477"/>
                  <a:pt x="219989" y="-2477"/>
                  <a:pt x="196672" y="7430"/>
                </a:cubicBezTo>
                <a:close/>
              </a:path>
            </a:pathLst>
          </a:custGeom>
          <a:solidFill>
            <a:schemeClr val="accent1">
              <a:lumMod val="60000"/>
              <a:lumOff val="4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209" name="任意多边形: 形状 148"/>
          <p:cNvSpPr/>
          <p:nvPr>
            <p:custDataLst>
              <p:tags r:id="rId63"/>
            </p:custDataLst>
          </p:nvPr>
        </p:nvSpPr>
        <p:spPr>
          <a:xfrm>
            <a:off x="7409181" y="4645978"/>
            <a:ext cx="2500630" cy="1741805"/>
          </a:xfrm>
          <a:custGeom>
            <a:avLst/>
            <a:gdLst>
              <a:gd name="connsiteX0" fmla="*/ 2352828 w 2500655"/>
              <a:gd name="connsiteY0" fmla="*/ 1741856 h 1741855"/>
              <a:gd name="connsiteX1" fmla="*/ 147828 w 2500655"/>
              <a:gd name="connsiteY1" fmla="*/ 1741856 h 1741855"/>
              <a:gd name="connsiteX2" fmla="*/ 0 w 2500655"/>
              <a:gd name="connsiteY2" fmla="*/ 1594028 h 1741855"/>
              <a:gd name="connsiteX3" fmla="*/ 0 w 2500655"/>
              <a:gd name="connsiteY3" fmla="*/ 147828 h 1741855"/>
              <a:gd name="connsiteX4" fmla="*/ 147828 w 2500655"/>
              <a:gd name="connsiteY4" fmla="*/ 0 h 1741855"/>
              <a:gd name="connsiteX5" fmla="*/ 2352828 w 2500655"/>
              <a:gd name="connsiteY5" fmla="*/ 0 h 1741855"/>
              <a:gd name="connsiteX6" fmla="*/ 2500656 w 2500655"/>
              <a:gd name="connsiteY6" fmla="*/ 147828 h 1741855"/>
              <a:gd name="connsiteX7" fmla="*/ 2500656 w 2500655"/>
              <a:gd name="connsiteY7" fmla="*/ 1594028 h 1741855"/>
              <a:gd name="connsiteX8" fmla="*/ 2352828 w 2500655"/>
              <a:gd name="connsiteY8" fmla="*/ 1741856 h 174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655" h="1741855">
                <a:moveTo>
                  <a:pt x="2352828" y="1741856"/>
                </a:moveTo>
                <a:lnTo>
                  <a:pt x="147828" y="1741856"/>
                </a:lnTo>
                <a:cubicBezTo>
                  <a:pt x="66218" y="1741856"/>
                  <a:pt x="0" y="1675714"/>
                  <a:pt x="0" y="1594028"/>
                </a:cubicBezTo>
                <a:lnTo>
                  <a:pt x="0" y="147828"/>
                </a:lnTo>
                <a:cubicBezTo>
                  <a:pt x="0" y="66218"/>
                  <a:pt x="66142" y="0"/>
                  <a:pt x="147828" y="0"/>
                </a:cubicBezTo>
                <a:lnTo>
                  <a:pt x="2352828" y="0"/>
                </a:lnTo>
                <a:cubicBezTo>
                  <a:pt x="2434438" y="0"/>
                  <a:pt x="2500656" y="66142"/>
                  <a:pt x="2500656" y="147828"/>
                </a:cubicBezTo>
                <a:lnTo>
                  <a:pt x="2500656" y="1594028"/>
                </a:lnTo>
                <a:cubicBezTo>
                  <a:pt x="2500656" y="1675714"/>
                  <a:pt x="2434438" y="1741856"/>
                  <a:pt x="2352828" y="1741856"/>
                </a:cubicBezTo>
                <a:close/>
              </a:path>
            </a:pathLst>
          </a:custGeom>
          <a:gradFill>
            <a:gsLst>
              <a:gs pos="0">
                <a:schemeClr val="accent1">
                  <a:alpha val="100000"/>
                </a:schemeClr>
              </a:gs>
              <a:gs pos="100000">
                <a:schemeClr val="accent1">
                  <a:lumMod val="75000"/>
                  <a:alpha val="100000"/>
                </a:schemeClr>
              </a:gs>
            </a:gsLst>
            <a:lin ang="27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lvl="0" algn="l">
              <a:buClrTx/>
              <a:buSzTx/>
              <a:buFontTx/>
            </a:pPr>
            <a:endParaRPr lang="zh-CN" altLang="en-US">
              <a:solidFill>
                <a:schemeClr val="tx1"/>
              </a:solidFill>
              <a:sym typeface="微软雅黑" panose="020B0503020204020204" charset="-122"/>
            </a:endParaRPr>
          </a:p>
        </p:txBody>
      </p:sp>
      <p:sp>
        <p:nvSpPr>
          <p:cNvPr id="210" name="任意多边形: 形状 150"/>
          <p:cNvSpPr/>
          <p:nvPr>
            <p:custDataLst>
              <p:tags r:id="rId64"/>
            </p:custDataLst>
          </p:nvPr>
        </p:nvSpPr>
        <p:spPr>
          <a:xfrm>
            <a:off x="7519671" y="4398963"/>
            <a:ext cx="2288540" cy="1082040"/>
          </a:xfrm>
          <a:custGeom>
            <a:avLst/>
            <a:gdLst>
              <a:gd name="connsiteX0" fmla="*/ 0 w 2288514"/>
              <a:gd name="connsiteY0" fmla="*/ 911581 h 1081963"/>
              <a:gd name="connsiteX1" fmla="*/ 0 w 2288514"/>
              <a:gd name="connsiteY1" fmla="*/ 170459 h 1081963"/>
              <a:gd name="connsiteX2" fmla="*/ 170459 w 2288514"/>
              <a:gd name="connsiteY2" fmla="*/ 0 h 1081963"/>
              <a:gd name="connsiteX3" fmla="*/ 2118055 w 2288514"/>
              <a:gd name="connsiteY3" fmla="*/ 0 h 1081963"/>
              <a:gd name="connsiteX4" fmla="*/ 2288515 w 2288514"/>
              <a:gd name="connsiteY4" fmla="*/ 170459 h 1081963"/>
              <a:gd name="connsiteX5" fmla="*/ 2288515 w 2288514"/>
              <a:gd name="connsiteY5" fmla="*/ 911504 h 1081963"/>
              <a:gd name="connsiteX6" fmla="*/ 2118055 w 2288514"/>
              <a:gd name="connsiteY6" fmla="*/ 1081964 h 1081963"/>
              <a:gd name="connsiteX7" fmla="*/ 170383 w 2288514"/>
              <a:gd name="connsiteY7" fmla="*/ 1081964 h 1081963"/>
              <a:gd name="connsiteX8" fmla="*/ 0 w 2288514"/>
              <a:gd name="connsiteY8" fmla="*/ 911581 h 108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514" h="1081963">
                <a:moveTo>
                  <a:pt x="0" y="911581"/>
                </a:moveTo>
                <a:lnTo>
                  <a:pt x="0" y="170459"/>
                </a:lnTo>
                <a:cubicBezTo>
                  <a:pt x="0" y="76352"/>
                  <a:pt x="76276" y="0"/>
                  <a:pt x="170459" y="0"/>
                </a:cubicBezTo>
                <a:lnTo>
                  <a:pt x="2118055" y="0"/>
                </a:lnTo>
                <a:cubicBezTo>
                  <a:pt x="2212162" y="0"/>
                  <a:pt x="2288515" y="76276"/>
                  <a:pt x="2288515" y="170459"/>
                </a:cubicBezTo>
                <a:lnTo>
                  <a:pt x="2288515" y="911504"/>
                </a:lnTo>
                <a:cubicBezTo>
                  <a:pt x="2288515" y="1005611"/>
                  <a:pt x="2212239" y="1081964"/>
                  <a:pt x="2118055" y="1081964"/>
                </a:cubicBezTo>
                <a:lnTo>
                  <a:pt x="170383" y="1081964"/>
                </a:lnTo>
                <a:cubicBezTo>
                  <a:pt x="76276" y="1082040"/>
                  <a:pt x="0" y="1005687"/>
                  <a:pt x="0" y="911581"/>
                </a:cubicBezTo>
                <a:close/>
              </a:path>
            </a:pathLst>
          </a:custGeom>
          <a:gradFill>
            <a:gsLst>
              <a:gs pos="0">
                <a:schemeClr val="accent1">
                  <a:lumMod val="15000"/>
                  <a:lumOff val="85000"/>
                  <a:alpha val="100000"/>
                </a:schemeClr>
              </a:gs>
              <a:gs pos="100000">
                <a:schemeClr val="accent1">
                  <a:lumMod val="0"/>
                  <a:lumOff val="100000"/>
                  <a:alpha val="100000"/>
                </a:schemeClr>
              </a:gs>
            </a:gsLst>
            <a:lin ang="5400000" scaled="1"/>
          </a:gradFill>
          <a:ln w="19050" cap="flat">
            <a:gradFill>
              <a:gsLst>
                <a:gs pos="0">
                  <a:schemeClr val="accent1">
                    <a:lumMod val="10000"/>
                    <a:lumOff val="90000"/>
                    <a:alpha val="100000"/>
                  </a:schemeClr>
                </a:gs>
                <a:gs pos="100000">
                  <a:schemeClr val="accent1">
                    <a:lumMod val="5000"/>
                    <a:lumOff val="95000"/>
                    <a:alpha val="100000"/>
                  </a:schemeClr>
                </a:gs>
              </a:gsLst>
              <a:lin ang="6180000" scaled="1"/>
            </a:gradFill>
            <a:prstDash val="solid"/>
            <a:miter/>
          </a:ln>
        </p:spPr>
        <p:txBody>
          <a:bodyPr rot="0" spcFirstLastPara="0" vertOverflow="overflow" horzOverflow="overflow" vert="horz" wrap="square" lIns="91440" tIns="0" rIns="91440" bIns="21590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pPr algn="ctr"/>
            <a:r>
              <a:rPr lang="zh-CN" altLang="en-US" sz="1000">
                <a:solidFill>
                  <a:srgbClr val="262626"/>
                </a:solidFill>
                <a:sym typeface="微软雅黑" panose="020B0503020204020204" charset="-122"/>
              </a:rPr>
              <a:t>集成</a:t>
            </a:r>
            <a:r>
              <a:rPr lang="en-US" altLang="zh-CN" sz="1000">
                <a:solidFill>
                  <a:srgbClr val="262626"/>
                </a:solidFill>
                <a:sym typeface="微软雅黑" panose="020B0503020204020204" charset="-122"/>
              </a:rPr>
              <a:t> Tavily</a:t>
            </a:r>
            <a:r>
              <a:rPr lang="zh-CN" altLang="en-US" sz="1000">
                <a:solidFill>
                  <a:srgbClr val="262626"/>
                </a:solidFill>
                <a:sym typeface="微软雅黑" panose="020B0503020204020204" charset="-122"/>
              </a:rPr>
              <a:t>、</a:t>
            </a:r>
            <a:r>
              <a:rPr lang="en-US" altLang="zh-CN" sz="1000">
                <a:solidFill>
                  <a:srgbClr val="262626"/>
                </a:solidFill>
                <a:sym typeface="微软雅黑" panose="020B0503020204020204" charset="-122"/>
              </a:rPr>
              <a:t>DuckDuckGo </a:t>
            </a:r>
            <a:r>
              <a:rPr lang="zh-CN" altLang="en-US" sz="1000">
                <a:solidFill>
                  <a:srgbClr val="262626"/>
                </a:solidFill>
                <a:sym typeface="微软雅黑" panose="020B0503020204020204" charset="-122"/>
              </a:rPr>
              <a:t>和</a:t>
            </a:r>
            <a:r>
              <a:rPr lang="en-US" altLang="zh-CN" sz="1000">
                <a:solidFill>
                  <a:srgbClr val="262626"/>
                </a:solidFill>
                <a:sym typeface="微软雅黑" panose="020B0503020204020204" charset="-122"/>
              </a:rPr>
              <a:t> Brave </a:t>
            </a:r>
            <a:r>
              <a:rPr lang="zh-CN" altLang="en-US" sz="1000">
                <a:solidFill>
                  <a:srgbClr val="262626"/>
                </a:solidFill>
                <a:sym typeface="微软雅黑" panose="020B0503020204020204" charset="-122"/>
              </a:rPr>
              <a:t>三大搜索引擎</a:t>
            </a:r>
            <a:r>
              <a:rPr lang="en-US" altLang="zh-CN" sz="1000">
                <a:solidFill>
                  <a:srgbClr val="262626"/>
                </a:solidFill>
                <a:sym typeface="微软雅黑" panose="020B0503020204020204" charset="-122"/>
              </a:rPr>
              <a:t> API</a:t>
            </a:r>
            <a:r>
              <a:rPr lang="zh-CN" altLang="en-US" sz="1000">
                <a:solidFill>
                  <a:srgbClr val="262626"/>
                </a:solidFill>
                <a:sym typeface="微软雅黑" panose="020B0503020204020204" charset="-122"/>
              </a:rPr>
              <a:t>，支持并行检索、结果融合与可信度加权排序，保障实时、多样、高质的外部知识获取能力。</a:t>
            </a:r>
            <a:endParaRPr lang="zh-CN" altLang="en-US" sz="1000">
              <a:solidFill>
                <a:srgbClr val="262626"/>
              </a:solidFill>
              <a:sym typeface="微软雅黑" panose="020B0503020204020204" charset="-122"/>
            </a:endParaRPr>
          </a:p>
        </p:txBody>
      </p:sp>
      <p:sp>
        <p:nvSpPr>
          <p:cNvPr id="211" name="任意多边形: 形状 151"/>
          <p:cNvSpPr/>
          <p:nvPr>
            <p:custDataLst>
              <p:tags r:id="rId65"/>
            </p:custDataLst>
          </p:nvPr>
        </p:nvSpPr>
        <p:spPr>
          <a:xfrm>
            <a:off x="7409181" y="5136833"/>
            <a:ext cx="2500630" cy="1250950"/>
          </a:xfrm>
          <a:custGeom>
            <a:avLst/>
            <a:gdLst>
              <a:gd name="connsiteX0" fmla="*/ 1252957 w 2500579"/>
              <a:gd name="connsiteY0" fmla="*/ 137922 h 1250746"/>
              <a:gd name="connsiteX1" fmla="*/ 0 w 2500579"/>
              <a:gd name="connsiteY1" fmla="*/ 0 h 1250746"/>
              <a:gd name="connsiteX2" fmla="*/ 0 w 2500579"/>
              <a:gd name="connsiteY2" fmla="*/ 1118616 h 1250746"/>
              <a:gd name="connsiteX3" fmla="*/ 165278 w 2500579"/>
              <a:gd name="connsiteY3" fmla="*/ 1250747 h 1250746"/>
              <a:gd name="connsiteX4" fmla="*/ 2335301 w 2500579"/>
              <a:gd name="connsiteY4" fmla="*/ 1250747 h 1250746"/>
              <a:gd name="connsiteX5" fmla="*/ 2500579 w 2500579"/>
              <a:gd name="connsiteY5" fmla="*/ 1118616 h 1250746"/>
              <a:gd name="connsiteX6" fmla="*/ 2500579 w 2500579"/>
              <a:gd name="connsiteY6" fmla="*/ 533 h 1250746"/>
              <a:gd name="connsiteX7" fmla="*/ 1252957 w 2500579"/>
              <a:gd name="connsiteY7" fmla="*/ 137922 h 1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0579" h="1250746">
                <a:moveTo>
                  <a:pt x="1252957" y="137922"/>
                </a:moveTo>
                <a:lnTo>
                  <a:pt x="0" y="0"/>
                </a:lnTo>
                <a:lnTo>
                  <a:pt x="0" y="1118616"/>
                </a:lnTo>
                <a:cubicBezTo>
                  <a:pt x="0" y="1191615"/>
                  <a:pt x="73990" y="1250747"/>
                  <a:pt x="165278" y="1250747"/>
                </a:cubicBezTo>
                <a:lnTo>
                  <a:pt x="2335301" y="1250747"/>
                </a:lnTo>
                <a:cubicBezTo>
                  <a:pt x="2426589" y="1250747"/>
                  <a:pt x="2500579" y="1191539"/>
                  <a:pt x="2500579" y="1118616"/>
                </a:cubicBezTo>
                <a:lnTo>
                  <a:pt x="2500579" y="533"/>
                </a:lnTo>
                <a:lnTo>
                  <a:pt x="1252957" y="137922"/>
                </a:lnTo>
                <a:close/>
              </a:path>
            </a:pathLst>
          </a:custGeom>
          <a:gradFill>
            <a:gsLst>
              <a:gs pos="49000">
                <a:schemeClr val="accent1">
                  <a:alpha val="100000"/>
                </a:schemeClr>
              </a:gs>
              <a:gs pos="100000">
                <a:schemeClr val="accent1">
                  <a:lumMod val="70000"/>
                  <a:lumOff val="30000"/>
                  <a:alpha val="100000"/>
                </a:schemeClr>
              </a:gs>
            </a:gsLst>
            <a:lin ang="1620000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212" name="任意多边形: 形状 152"/>
          <p:cNvSpPr/>
          <p:nvPr>
            <p:custDataLst>
              <p:tags r:id="rId66"/>
            </p:custDataLst>
          </p:nvPr>
        </p:nvSpPr>
        <p:spPr>
          <a:xfrm>
            <a:off x="7409181" y="5067618"/>
            <a:ext cx="2500630" cy="207010"/>
          </a:xfrm>
          <a:custGeom>
            <a:avLst/>
            <a:gdLst>
              <a:gd name="connsiteX0" fmla="*/ 1252957 w 2500655"/>
              <a:gd name="connsiteY0" fmla="*/ 137922 h 206882"/>
              <a:gd name="connsiteX1" fmla="*/ 0 w 2500655"/>
              <a:gd name="connsiteY1" fmla="*/ 0 h 206882"/>
              <a:gd name="connsiteX2" fmla="*/ 0 w 2500655"/>
              <a:gd name="connsiteY2" fmla="*/ 68885 h 206882"/>
              <a:gd name="connsiteX3" fmla="*/ 1252957 w 2500655"/>
              <a:gd name="connsiteY3" fmla="*/ 206883 h 206882"/>
              <a:gd name="connsiteX4" fmla="*/ 2500656 w 2500655"/>
              <a:gd name="connsiteY4" fmla="*/ 69494 h 206882"/>
              <a:gd name="connsiteX5" fmla="*/ 2500656 w 2500655"/>
              <a:gd name="connsiteY5" fmla="*/ 610 h 20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0655" h="206882">
                <a:moveTo>
                  <a:pt x="1252957" y="137922"/>
                </a:moveTo>
                <a:lnTo>
                  <a:pt x="0" y="0"/>
                </a:lnTo>
                <a:lnTo>
                  <a:pt x="0" y="68885"/>
                </a:lnTo>
                <a:lnTo>
                  <a:pt x="1252957" y="206883"/>
                </a:lnTo>
                <a:lnTo>
                  <a:pt x="2500656" y="69494"/>
                </a:lnTo>
                <a:lnTo>
                  <a:pt x="2500656" y="610"/>
                </a:lnTo>
                <a:close/>
              </a:path>
            </a:pathLst>
          </a:custGeom>
          <a:gradFill>
            <a:gsLst>
              <a:gs pos="0">
                <a:schemeClr val="accent1">
                  <a:alpha val="100000"/>
                </a:schemeClr>
              </a:gs>
              <a:gs pos="100000">
                <a:schemeClr val="accent1">
                  <a:lumMod val="40000"/>
                  <a:lumOff val="60000"/>
                  <a:alpha val="100000"/>
                </a:schemeClr>
              </a:gs>
            </a:gsLst>
            <a:lin ang="2700000" scaled="0"/>
          </a:gradFill>
          <a:ln w="7620" cap="flat">
            <a:no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213" name="任意多边形: 形状 153"/>
          <p:cNvSpPr/>
          <p:nvPr>
            <p:custDataLst>
              <p:tags r:id="rId67"/>
            </p:custDataLst>
          </p:nvPr>
        </p:nvSpPr>
        <p:spPr>
          <a:xfrm>
            <a:off x="7438391" y="5068253"/>
            <a:ext cx="2471420" cy="153035"/>
          </a:xfrm>
          <a:custGeom>
            <a:avLst/>
            <a:gdLst>
              <a:gd name="connsiteX0" fmla="*/ 0 w 2471547"/>
              <a:gd name="connsiteY0" fmla="*/ 2591 h 153161"/>
              <a:gd name="connsiteX1" fmla="*/ 0 w 2471547"/>
              <a:gd name="connsiteY1" fmla="*/ 2819 h 153161"/>
              <a:gd name="connsiteX2" fmla="*/ 1250671 w 2471547"/>
              <a:gd name="connsiteY2" fmla="*/ 153162 h 153161"/>
              <a:gd name="connsiteX3" fmla="*/ 2471547 w 2471547"/>
              <a:gd name="connsiteY3" fmla="*/ 31089 h 153161"/>
              <a:gd name="connsiteX4" fmla="*/ 2471547 w 2471547"/>
              <a:gd name="connsiteY4" fmla="*/ 0 h 153161"/>
              <a:gd name="connsiteX5" fmla="*/ 1223848 w 2471547"/>
              <a:gd name="connsiteY5" fmla="*/ 137312 h 15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1547" h="153161">
                <a:moveTo>
                  <a:pt x="0" y="2591"/>
                </a:moveTo>
                <a:lnTo>
                  <a:pt x="0" y="2819"/>
                </a:lnTo>
                <a:lnTo>
                  <a:pt x="1250671" y="153162"/>
                </a:lnTo>
                <a:lnTo>
                  <a:pt x="2471547" y="31089"/>
                </a:lnTo>
                <a:lnTo>
                  <a:pt x="2471547" y="0"/>
                </a:lnTo>
                <a:lnTo>
                  <a:pt x="1223848" y="137312"/>
                </a:lnTo>
                <a:close/>
              </a:path>
            </a:pathLst>
          </a:custGeom>
          <a:solidFill>
            <a:srgbClr val="FDFDF9"/>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214" name="任意多边形: 形状 154"/>
          <p:cNvSpPr/>
          <p:nvPr>
            <p:custDataLst>
              <p:tags r:id="rId68"/>
            </p:custDataLst>
          </p:nvPr>
        </p:nvSpPr>
        <p:spPr>
          <a:xfrm>
            <a:off x="7408546" y="5788343"/>
            <a:ext cx="2501265" cy="668655"/>
          </a:xfrm>
          <a:prstGeom prst="roundRect">
            <a:avLst/>
          </a:prstGeom>
          <a:gradFill>
            <a:gsLst>
              <a:gs pos="6000">
                <a:schemeClr val="accent1">
                  <a:alpha val="28000"/>
                </a:schemeClr>
              </a:gs>
              <a:gs pos="100000">
                <a:schemeClr val="accent1">
                  <a:lumMod val="60000"/>
                  <a:lumOff val="40000"/>
                  <a:alpha val="67000"/>
                </a:schemeClr>
              </a:gs>
            </a:gsLst>
            <a:lin ang="16200000" scaled="0"/>
          </a:gradFill>
          <a:ln w="7620" cap="flat">
            <a:noFill/>
            <a:prstDash val="solid"/>
            <a:miter/>
          </a:ln>
          <a:effectLst>
            <a:softEdge rad="254000"/>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sp>
        <p:nvSpPr>
          <p:cNvPr id="215" name="任意多边形: 形状 152"/>
          <p:cNvSpPr/>
          <p:nvPr>
            <p:custDataLst>
              <p:tags r:id="rId69"/>
            </p:custDataLst>
          </p:nvPr>
        </p:nvSpPr>
        <p:spPr>
          <a:xfrm>
            <a:off x="7409181" y="5143183"/>
            <a:ext cx="2500630" cy="137795"/>
          </a:xfrm>
          <a:custGeom>
            <a:avLst/>
            <a:gdLst>
              <a:gd name="connsiteX0" fmla="*/ 0 w 3938"/>
              <a:gd name="connsiteY0" fmla="*/ 0 h 217"/>
              <a:gd name="connsiteX1" fmla="*/ 1973 w 3938"/>
              <a:gd name="connsiteY1" fmla="*/ 217 h 217"/>
              <a:gd name="connsiteX2" fmla="*/ 3938 w 3938"/>
              <a:gd name="connsiteY2" fmla="*/ 1 h 217"/>
            </a:gdLst>
            <a:ahLst/>
            <a:cxnLst>
              <a:cxn ang="0">
                <a:pos x="connsiteX0" y="connsiteY0"/>
              </a:cxn>
              <a:cxn ang="0">
                <a:pos x="connsiteX1" y="connsiteY1"/>
              </a:cxn>
              <a:cxn ang="0">
                <a:pos x="connsiteX2" y="connsiteY2"/>
              </a:cxn>
            </a:cxnLst>
            <a:rect l="l" t="t" r="r" b="b"/>
            <a:pathLst>
              <a:path w="3938" h="217">
                <a:moveTo>
                  <a:pt x="0" y="0"/>
                </a:moveTo>
                <a:lnTo>
                  <a:pt x="1973" y="217"/>
                </a:lnTo>
                <a:lnTo>
                  <a:pt x="3938" y="1"/>
                </a:lnTo>
              </a:path>
            </a:pathLst>
          </a:custGeom>
          <a:noFill/>
          <a:ln w="12700" cap="flat">
            <a:solidFill>
              <a:schemeClr val="accent1"/>
            </a:solidFill>
            <a:prstDash val="solid"/>
            <a:miter/>
          </a:ln>
          <a:effectLst>
            <a:outerShdw blurRad="50800" dist="25400" dir="14400000" algn="t" rotWithShape="0">
              <a:schemeClr val="accent1">
                <a:lumMod val="75000"/>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endParaRPr>
          </a:p>
        </p:txBody>
      </p:sp>
      <p:pic>
        <p:nvPicPr>
          <p:cNvPr id="216" name="图片 215" descr="图层 1 拷贝"/>
          <p:cNvPicPr>
            <a:picLocks noChangeAspect="1"/>
          </p:cNvPicPr>
          <p:nvPr>
            <p:custDataLst>
              <p:tags r:id="rId70"/>
            </p:custDataLst>
          </p:nvPr>
        </p:nvPicPr>
        <p:blipFill>
          <a:blip r:embed="rId10"/>
          <a:srcRect r="16994"/>
          <a:stretch>
            <a:fillRect/>
          </a:stretch>
        </p:blipFill>
        <p:spPr>
          <a:xfrm rot="21240000">
            <a:off x="8268971" y="5141278"/>
            <a:ext cx="1649730" cy="90170"/>
          </a:xfrm>
          <a:custGeom>
            <a:avLst/>
            <a:gdLst/>
            <a:ahLst/>
            <a:cxnLst>
              <a:cxn ang="3">
                <a:pos x="hc" y="t"/>
              </a:cxn>
              <a:cxn ang="cd2">
                <a:pos x="l" y="vc"/>
              </a:cxn>
              <a:cxn ang="cd4">
                <a:pos x="hc" y="b"/>
              </a:cxn>
              <a:cxn ang="0">
                <a:pos x="r" y="vc"/>
              </a:cxn>
            </a:cxnLst>
            <a:rect l="l" t="t" r="r" b="b"/>
            <a:pathLst>
              <a:path w="2598" h="142">
                <a:moveTo>
                  <a:pt x="0" y="0"/>
                </a:moveTo>
                <a:lnTo>
                  <a:pt x="2598" y="0"/>
                </a:lnTo>
                <a:lnTo>
                  <a:pt x="2583" y="142"/>
                </a:lnTo>
                <a:lnTo>
                  <a:pt x="0" y="142"/>
                </a:lnTo>
                <a:lnTo>
                  <a:pt x="0" y="0"/>
                </a:lnTo>
                <a:close/>
              </a:path>
            </a:pathLst>
          </a:custGeom>
        </p:spPr>
      </p:pic>
      <p:sp>
        <p:nvSpPr>
          <p:cNvPr id="217" name="文本框 216"/>
          <p:cNvSpPr txBox="1"/>
          <p:nvPr>
            <p:custDataLst>
              <p:tags r:id="rId71"/>
            </p:custDataLst>
          </p:nvPr>
        </p:nvSpPr>
        <p:spPr>
          <a:xfrm>
            <a:off x="7661276" y="5357813"/>
            <a:ext cx="1996440" cy="866140"/>
          </a:xfrm>
          <a:prstGeom prst="rect">
            <a:avLst/>
          </a:prstGeom>
          <a:noFill/>
        </p:spPr>
        <p:txBody>
          <a:bodyPr wrap="square" rtlCol="0">
            <a:noAutofit/>
          </a:bodyPr>
          <a:lstStyle/>
          <a:p>
            <a:pPr indent="0" algn="ctr" defTabSz="914400" fontAlgn="auto">
              <a:lnSpc>
                <a:spcPct val="120000"/>
              </a:lnSpc>
            </a:pPr>
            <a:r>
              <a:rPr lang="en-US" altLang="en-US" sz="1400" b="1">
                <a:solidFill>
                  <a:srgbClr val="FFFFFF"/>
                </a:solidFill>
                <a:sym typeface="微软雅黑" panose="020B0503020204020204" charset="-122"/>
              </a:rPr>
              <a:t>Tavily/DuckDuckGo/Brave </a:t>
            </a:r>
            <a:r>
              <a:rPr lang="zh-CN" altLang="en-US" sz="1400" b="1">
                <a:solidFill>
                  <a:srgbClr val="FFFFFF"/>
                </a:solidFill>
                <a:sym typeface="微软雅黑" panose="020B0503020204020204" charset="-122"/>
              </a:rPr>
              <a:t>多搜索引擎集成</a:t>
            </a:r>
            <a:endParaRPr lang="zh-CN" altLang="en-US" sz="1400" b="1">
              <a:solidFill>
                <a:srgbClr val="FFFFFF"/>
              </a:solidFill>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前端技术栈</a:t>
            </a:r>
            <a:endParaRPr lang="zh-CN" altLang="en-US"/>
          </a:p>
        </p:txBody>
      </p:sp>
      <p:sp>
        <p:nvSpPr>
          <p:cNvPr id="3" name="任意多边形 3"/>
          <p:cNvSpPr/>
          <p:nvPr>
            <p:custDataLst>
              <p:tags r:id="rId2"/>
            </p:custDataLst>
          </p:nvPr>
        </p:nvSpPr>
        <p:spPr>
          <a:xfrm>
            <a:off x="6033" y="3337021"/>
            <a:ext cx="12179300" cy="1082182"/>
          </a:xfrm>
          <a:custGeom>
            <a:avLst/>
            <a:gdLst/>
            <a:ahLst/>
            <a:cxnLst>
              <a:cxn ang="3">
                <a:pos x="hc" y="t"/>
              </a:cxn>
              <a:cxn ang="cd2">
                <a:pos x="l" y="vc"/>
              </a:cxn>
              <a:cxn ang="cd4">
                <a:pos x="hc" y="b"/>
              </a:cxn>
              <a:cxn ang="0">
                <a:pos x="r" y="vc"/>
              </a:cxn>
            </a:cxnLst>
            <a:rect l="l" t="t" r="r" b="b"/>
            <a:pathLst>
              <a:path w="19200" h="1706">
                <a:moveTo>
                  <a:pt x="19200" y="0"/>
                </a:moveTo>
                <a:lnTo>
                  <a:pt x="19200" y="1706"/>
                </a:lnTo>
                <a:cubicBezTo>
                  <a:pt x="17340" y="1238"/>
                  <a:pt x="9556" y="882"/>
                  <a:pt x="69" y="855"/>
                </a:cubicBezTo>
                <a:lnTo>
                  <a:pt x="0" y="854"/>
                </a:lnTo>
                <a:lnTo>
                  <a:pt x="0" y="852"/>
                </a:lnTo>
                <a:lnTo>
                  <a:pt x="69" y="851"/>
                </a:lnTo>
                <a:cubicBezTo>
                  <a:pt x="9556" y="824"/>
                  <a:pt x="17340" y="468"/>
                  <a:pt x="19200" y="0"/>
                </a:cubicBezTo>
                <a:close/>
              </a:path>
            </a:pathLst>
          </a:custGeom>
          <a:gradFill>
            <a:gsLst>
              <a:gs pos="8000">
                <a:schemeClr val="accent1">
                  <a:alpha val="67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sp>
        <p:nvSpPr>
          <p:cNvPr id="9" name="任意多边形: 形状 21"/>
          <p:cNvSpPr/>
          <p:nvPr>
            <p:custDataLst>
              <p:tags r:id="rId3"/>
            </p:custDataLst>
          </p:nvPr>
        </p:nvSpPr>
        <p:spPr>
          <a:xfrm>
            <a:off x="3693443" y="3428366"/>
            <a:ext cx="8491890" cy="898858"/>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8000">
                <a:schemeClr val="accent1">
                  <a:lumMod val="60000"/>
                  <a:lumOff val="40000"/>
                  <a:alpha val="55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sp>
        <p:nvSpPr>
          <p:cNvPr id="10" name="任意多边形: 形状 21"/>
          <p:cNvSpPr/>
          <p:nvPr>
            <p:custDataLst>
              <p:tags r:id="rId4"/>
            </p:custDataLst>
          </p:nvPr>
        </p:nvSpPr>
        <p:spPr>
          <a:xfrm>
            <a:off x="6308186" y="3635795"/>
            <a:ext cx="5877147" cy="484635"/>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0">
                <a:schemeClr val="accent1">
                  <a:lumMod val="20000"/>
                  <a:lumOff val="80000"/>
                  <a:alpha val="5000"/>
                </a:schemeClr>
              </a:gs>
              <a:gs pos="100000">
                <a:schemeClr val="accent1">
                  <a:alpha val="1000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olidFill>
                <a:schemeClr val="lt1"/>
              </a:solidFill>
              <a:sym typeface="+mn-ea"/>
            </a:endParaRPr>
          </a:p>
        </p:txBody>
      </p:sp>
      <p:cxnSp>
        <p:nvCxnSpPr>
          <p:cNvPr id="11" name="直接连接符 28"/>
          <p:cNvCxnSpPr/>
          <p:nvPr>
            <p:custDataLst>
              <p:tags r:id="rId5"/>
            </p:custDataLst>
          </p:nvPr>
        </p:nvCxnSpPr>
        <p:spPr>
          <a:xfrm flipV="1">
            <a:off x="8965431" y="3943449"/>
            <a:ext cx="0" cy="539188"/>
          </a:xfrm>
          <a:prstGeom prst="line">
            <a:avLst/>
          </a:prstGeom>
          <a:ln>
            <a:gradFill>
              <a:gsLst>
                <a:gs pos="0">
                  <a:schemeClr val="accent6">
                    <a:alpha val="0"/>
                  </a:schemeClr>
                </a:gs>
                <a:gs pos="100000">
                  <a:schemeClr val="accent6">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2" name="直接连接符 97"/>
          <p:cNvCxnSpPr/>
          <p:nvPr>
            <p:custDataLst>
              <p:tags r:id="rId6"/>
            </p:custDataLst>
          </p:nvPr>
        </p:nvCxnSpPr>
        <p:spPr>
          <a:xfrm>
            <a:off x="1794233" y="3337021"/>
            <a:ext cx="0" cy="539188"/>
          </a:xfrm>
          <a:prstGeom prst="line">
            <a:avLst/>
          </a:prstGeom>
          <a:ln>
            <a:gradFill>
              <a:gsLst>
                <a:gs pos="0">
                  <a:schemeClr val="accent1">
                    <a:alpha val="0"/>
                  </a:schemeClr>
                </a:gs>
                <a:gs pos="100000">
                  <a:schemeClr val="accent1">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3" name="直接连接符 98"/>
          <p:cNvCxnSpPr/>
          <p:nvPr>
            <p:custDataLst>
              <p:tags r:id="rId7"/>
            </p:custDataLst>
          </p:nvPr>
        </p:nvCxnSpPr>
        <p:spPr>
          <a:xfrm>
            <a:off x="4662712" y="3337021"/>
            <a:ext cx="0" cy="539188"/>
          </a:xfrm>
          <a:prstGeom prst="line">
            <a:avLst/>
          </a:prstGeom>
          <a:ln>
            <a:gradFill>
              <a:gsLst>
                <a:gs pos="0">
                  <a:schemeClr val="accent3">
                    <a:alpha val="0"/>
                  </a:schemeClr>
                </a:gs>
                <a:gs pos="100000">
                  <a:schemeClr val="accent3">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4" name="直接连接符 99"/>
          <p:cNvCxnSpPr/>
          <p:nvPr>
            <p:custDataLst>
              <p:tags r:id="rId8"/>
            </p:custDataLst>
          </p:nvPr>
        </p:nvCxnSpPr>
        <p:spPr>
          <a:xfrm>
            <a:off x="7531191" y="3337021"/>
            <a:ext cx="0" cy="539188"/>
          </a:xfrm>
          <a:prstGeom prst="line">
            <a:avLst/>
          </a:prstGeom>
          <a:ln>
            <a:gradFill>
              <a:gsLst>
                <a:gs pos="0">
                  <a:schemeClr val="accent5">
                    <a:alpha val="0"/>
                  </a:schemeClr>
                </a:gs>
                <a:gs pos="100000">
                  <a:schemeClr val="accent5">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15" name="文本框 102"/>
          <p:cNvSpPr txBox="1"/>
          <p:nvPr>
            <p:custDataLst>
              <p:tags r:id="rId9"/>
            </p:custDataLst>
          </p:nvPr>
        </p:nvSpPr>
        <p:spPr>
          <a:xfrm>
            <a:off x="1435832" y="2726788"/>
            <a:ext cx="717437"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01</a:t>
            </a:r>
            <a:endPar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16" name="文本框 103"/>
          <p:cNvSpPr txBox="1"/>
          <p:nvPr>
            <p:custDataLst>
              <p:tags r:id="rId10"/>
            </p:custDataLst>
          </p:nvPr>
        </p:nvSpPr>
        <p:spPr>
          <a:xfrm>
            <a:off x="4304945" y="2726788"/>
            <a:ext cx="717437"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rPr>
              <a:t>03</a:t>
            </a:r>
            <a:endParaRPr lang="en-US" altLang="zh-CN" sz="2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endParaRPr>
          </a:p>
        </p:txBody>
      </p:sp>
      <p:sp>
        <p:nvSpPr>
          <p:cNvPr id="25" name="文本框 104"/>
          <p:cNvSpPr txBox="1"/>
          <p:nvPr>
            <p:custDataLst>
              <p:tags r:id="rId11"/>
            </p:custDataLst>
          </p:nvPr>
        </p:nvSpPr>
        <p:spPr>
          <a:xfrm>
            <a:off x="7172790" y="2726788"/>
            <a:ext cx="717437"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rPr>
              <a:t>05</a:t>
            </a:r>
            <a:endParaRPr lang="en-US" altLang="zh-CN" sz="2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endParaRPr>
          </a:p>
        </p:txBody>
      </p:sp>
      <p:sp>
        <p:nvSpPr>
          <p:cNvPr id="26" name="文本框 107"/>
          <p:cNvSpPr txBox="1"/>
          <p:nvPr>
            <p:custDataLst>
              <p:tags r:id="rId12"/>
            </p:custDataLst>
          </p:nvPr>
        </p:nvSpPr>
        <p:spPr>
          <a:xfrm>
            <a:off x="701268" y="1496805"/>
            <a:ext cx="2185931"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500">
                <a:solidFill>
                  <a:schemeClr val="tx1">
                    <a:lumMod val="85000"/>
                    <a:lumOff val="15000"/>
                  </a:schemeClr>
                </a:solidFill>
                <a:sym typeface="+mn-ea"/>
              </a:rPr>
              <a:t>Next.js - React</a:t>
            </a:r>
            <a:r>
              <a:rPr lang="zh-CN" altLang="en-US" sz="1500">
                <a:solidFill>
                  <a:schemeClr val="tx1">
                    <a:lumMod val="85000"/>
                    <a:lumOff val="15000"/>
                  </a:schemeClr>
                </a:solidFill>
                <a:sym typeface="+mn-ea"/>
              </a:rPr>
              <a:t>全栈框架</a:t>
            </a:r>
            <a:endParaRPr lang="zh-CN" altLang="en-US" sz="1500">
              <a:solidFill>
                <a:schemeClr val="tx1">
                  <a:lumMod val="85000"/>
                  <a:lumOff val="15000"/>
                </a:schemeClr>
              </a:solidFill>
              <a:sym typeface="+mn-ea"/>
            </a:endParaRPr>
          </a:p>
        </p:txBody>
      </p:sp>
      <p:sp>
        <p:nvSpPr>
          <p:cNvPr id="27" name="文本框 108"/>
          <p:cNvSpPr txBox="1"/>
          <p:nvPr>
            <p:custDataLst>
              <p:tags r:id="rId13"/>
            </p:custDataLst>
          </p:nvPr>
        </p:nvSpPr>
        <p:spPr>
          <a:xfrm>
            <a:off x="3571016" y="1496805"/>
            <a:ext cx="2185931"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500">
                <a:solidFill>
                  <a:schemeClr val="tx1">
                    <a:lumMod val="85000"/>
                    <a:lumOff val="15000"/>
                  </a:schemeClr>
                </a:solidFill>
                <a:sym typeface="+mn-ea"/>
              </a:rPr>
              <a:t>TypeScript - </a:t>
            </a:r>
            <a:r>
              <a:rPr lang="zh-CN" altLang="en-US" sz="1500">
                <a:solidFill>
                  <a:schemeClr val="tx1">
                    <a:lumMod val="85000"/>
                    <a:lumOff val="15000"/>
                  </a:schemeClr>
                </a:solidFill>
                <a:sym typeface="+mn-ea"/>
              </a:rPr>
              <a:t>类型安全开发</a:t>
            </a:r>
            <a:endParaRPr lang="zh-CN" altLang="en-US" sz="1500">
              <a:solidFill>
                <a:schemeClr val="tx1">
                  <a:lumMod val="85000"/>
                  <a:lumOff val="15000"/>
                </a:schemeClr>
              </a:solidFill>
              <a:sym typeface="+mn-ea"/>
            </a:endParaRPr>
          </a:p>
        </p:txBody>
      </p:sp>
      <p:sp>
        <p:nvSpPr>
          <p:cNvPr id="28" name="文本框 109"/>
          <p:cNvSpPr txBox="1"/>
          <p:nvPr>
            <p:custDataLst>
              <p:tags r:id="rId14"/>
            </p:custDataLst>
          </p:nvPr>
        </p:nvSpPr>
        <p:spPr>
          <a:xfrm>
            <a:off x="6438226" y="1496805"/>
            <a:ext cx="2185931"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500">
                <a:solidFill>
                  <a:schemeClr val="tx1">
                    <a:lumMod val="85000"/>
                    <a:lumOff val="15000"/>
                  </a:schemeClr>
                </a:solidFill>
                <a:sym typeface="+mn-ea"/>
              </a:rPr>
              <a:t>Tiptap/ProseMirror - </a:t>
            </a:r>
            <a:r>
              <a:rPr lang="zh-CN" altLang="en-US" sz="1500">
                <a:solidFill>
                  <a:schemeClr val="tx1">
                    <a:lumMod val="85000"/>
                    <a:lumOff val="15000"/>
                  </a:schemeClr>
                </a:solidFill>
                <a:sym typeface="+mn-ea"/>
              </a:rPr>
              <a:t>富文本编辑器</a:t>
            </a:r>
            <a:endParaRPr lang="zh-CN" altLang="en-US" sz="1500">
              <a:solidFill>
                <a:schemeClr val="tx1">
                  <a:lumMod val="85000"/>
                  <a:lumOff val="15000"/>
                </a:schemeClr>
              </a:solidFill>
              <a:sym typeface="+mn-ea"/>
            </a:endParaRPr>
          </a:p>
        </p:txBody>
      </p:sp>
      <p:sp>
        <p:nvSpPr>
          <p:cNvPr id="30" name="文本框 16"/>
          <p:cNvSpPr txBox="1"/>
          <p:nvPr>
            <p:custDataLst>
              <p:tags r:id="rId15"/>
            </p:custDataLst>
          </p:nvPr>
        </p:nvSpPr>
        <p:spPr>
          <a:xfrm>
            <a:off x="2785704" y="4606333"/>
            <a:ext cx="884902"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rPr>
              <a:t>02</a:t>
            </a:r>
            <a:endParaRPr lang="en-US" altLang="zh-CN" sz="2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endParaRPr>
          </a:p>
        </p:txBody>
      </p:sp>
      <p:sp>
        <p:nvSpPr>
          <p:cNvPr id="31" name="文本框 17"/>
          <p:cNvSpPr txBox="1"/>
          <p:nvPr>
            <p:custDataLst>
              <p:tags r:id="rId16"/>
            </p:custDataLst>
          </p:nvPr>
        </p:nvSpPr>
        <p:spPr>
          <a:xfrm>
            <a:off x="5677020" y="4606333"/>
            <a:ext cx="884902"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rPr>
              <a:t>04</a:t>
            </a:r>
            <a:endParaRPr lang="en-US" altLang="zh-CN" sz="2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endParaRPr>
          </a:p>
        </p:txBody>
      </p:sp>
      <p:sp>
        <p:nvSpPr>
          <p:cNvPr id="32" name="文本框 18"/>
          <p:cNvSpPr txBox="1"/>
          <p:nvPr>
            <p:custDataLst>
              <p:tags r:id="rId17"/>
            </p:custDataLst>
          </p:nvPr>
        </p:nvSpPr>
        <p:spPr>
          <a:xfrm>
            <a:off x="8518856" y="4606333"/>
            <a:ext cx="884902"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6">
                        <a:alpha val="100000"/>
                      </a:schemeClr>
                    </a:gs>
                    <a:gs pos="100000">
                      <a:schemeClr val="accent6">
                        <a:alpha val="46000"/>
                      </a:schemeClr>
                    </a:gs>
                  </a:gsLst>
                  <a:lin ang="5400000" scaled="0"/>
                </a:gradFill>
                <a:latin typeface="微软雅黑" panose="020B0503020204020204" charset="-122"/>
                <a:ea typeface="微软雅黑" panose="020B0503020204020204" charset="-122"/>
                <a:sym typeface="+mn-ea"/>
              </a:rPr>
              <a:t>06</a:t>
            </a:r>
            <a:endParaRPr lang="en-US" altLang="zh-CN" sz="2000" b="1" dirty="0">
              <a:gradFill>
                <a:gsLst>
                  <a:gs pos="0">
                    <a:schemeClr val="accent6">
                      <a:alpha val="100000"/>
                    </a:schemeClr>
                  </a:gs>
                  <a:gs pos="100000">
                    <a:schemeClr val="accent6">
                      <a:alpha val="46000"/>
                    </a:schemeClr>
                  </a:gs>
                </a:gsLst>
                <a:lin ang="5400000" scaled="0"/>
              </a:gradFill>
              <a:latin typeface="微软雅黑" panose="020B0503020204020204" charset="-122"/>
              <a:ea typeface="微软雅黑" panose="020B0503020204020204" charset="-122"/>
              <a:sym typeface="+mn-ea"/>
            </a:endParaRPr>
          </a:p>
        </p:txBody>
      </p:sp>
      <p:sp>
        <p:nvSpPr>
          <p:cNvPr id="33" name="文本框 19"/>
          <p:cNvSpPr txBox="1"/>
          <p:nvPr>
            <p:custDataLst>
              <p:tags r:id="rId18"/>
            </p:custDataLst>
          </p:nvPr>
        </p:nvSpPr>
        <p:spPr>
          <a:xfrm>
            <a:off x="2134873" y="5095408"/>
            <a:ext cx="2186520" cy="1229982"/>
          </a:xfrm>
          <a:prstGeom prst="rect">
            <a:avLst/>
          </a:prstGeom>
          <a:noFill/>
        </p:spPr>
        <p:txBody>
          <a:bodyPr wrap="square" lIns="0" tIns="0" rIns="0" bIns="0" rtlCol="0" anchor="t" anchorCtr="0">
            <a:noAutofit/>
          </a:bodyPr>
          <a:lstStyle/>
          <a:p>
            <a:pPr lvl="0" algn="just">
              <a:lnSpc>
                <a:spcPct val="130000"/>
              </a:lnSpc>
              <a:buClrTx/>
              <a:buSzTx/>
              <a:buFont typeface="Arial" panose="020B0604020202020204" pitchFamily="34" charset="0"/>
            </a:pPr>
            <a:r>
              <a:rPr lang="en-US" altLang="en-US" sz="1500">
                <a:solidFill>
                  <a:schemeClr val="tx1">
                    <a:lumMod val="85000"/>
                    <a:lumOff val="15000"/>
                  </a:schemeClr>
                </a:solidFill>
                <a:sym typeface="+mn-ea"/>
              </a:rPr>
              <a:t>React </a:t>
            </a:r>
            <a:r>
              <a:rPr lang="zh-CN" altLang="en-US" sz="1500">
                <a:solidFill>
                  <a:schemeClr val="tx1">
                    <a:lumMod val="85000"/>
                    <a:lumOff val="15000"/>
                  </a:schemeClr>
                </a:solidFill>
                <a:sym typeface="+mn-ea"/>
              </a:rPr>
              <a:t>用户界面库</a:t>
            </a:r>
            <a:endParaRPr lang="zh-CN" altLang="en-US" sz="1500">
              <a:solidFill>
                <a:schemeClr val="tx1">
                  <a:lumMod val="85000"/>
                  <a:lumOff val="15000"/>
                </a:schemeClr>
              </a:solidFill>
              <a:sym typeface="+mn-ea"/>
            </a:endParaRPr>
          </a:p>
        </p:txBody>
      </p:sp>
      <p:sp>
        <p:nvSpPr>
          <p:cNvPr id="34" name="文本框 20"/>
          <p:cNvSpPr txBox="1"/>
          <p:nvPr>
            <p:custDataLst>
              <p:tags r:id="rId19"/>
            </p:custDataLst>
          </p:nvPr>
        </p:nvSpPr>
        <p:spPr>
          <a:xfrm>
            <a:off x="5002083" y="5095408"/>
            <a:ext cx="2186520" cy="1229982"/>
          </a:xfrm>
          <a:prstGeom prst="rect">
            <a:avLst/>
          </a:prstGeom>
          <a:noFill/>
        </p:spPr>
        <p:txBody>
          <a:bodyPr wrap="square" lIns="0" tIns="0" rIns="0" bIns="0" rtlCol="0" anchor="t" anchorCtr="0">
            <a:noAutofit/>
          </a:bodyPr>
          <a:lstStyle/>
          <a:p>
            <a:pPr lvl="0" algn="just">
              <a:lnSpc>
                <a:spcPct val="130000"/>
              </a:lnSpc>
              <a:buClrTx/>
              <a:buSzTx/>
              <a:buFont typeface="Arial" panose="020B0604020202020204" pitchFamily="34" charset="0"/>
            </a:pPr>
            <a:r>
              <a:rPr lang="en-US" altLang="en-US" sz="1500">
                <a:solidFill>
                  <a:schemeClr val="tx1">
                    <a:lumMod val="85000"/>
                    <a:lumOff val="15000"/>
                  </a:schemeClr>
                </a:solidFill>
                <a:sym typeface="+mn-ea"/>
              </a:rPr>
              <a:t>Tailwind CSS </a:t>
            </a:r>
            <a:r>
              <a:rPr lang="zh-CN" altLang="en-US" sz="1500">
                <a:solidFill>
                  <a:schemeClr val="tx1">
                    <a:lumMod val="85000"/>
                    <a:lumOff val="15000"/>
                  </a:schemeClr>
                </a:solidFill>
                <a:sym typeface="+mn-ea"/>
              </a:rPr>
              <a:t>原子化样式框架</a:t>
            </a:r>
            <a:endParaRPr lang="zh-CN" altLang="en-US" sz="1500">
              <a:solidFill>
                <a:schemeClr val="tx1">
                  <a:lumMod val="85000"/>
                  <a:lumOff val="15000"/>
                </a:schemeClr>
              </a:solidFill>
              <a:sym typeface="+mn-ea"/>
            </a:endParaRPr>
          </a:p>
        </p:txBody>
      </p:sp>
      <p:sp>
        <p:nvSpPr>
          <p:cNvPr id="35" name="文本框 21"/>
          <p:cNvSpPr txBox="1"/>
          <p:nvPr>
            <p:custDataLst>
              <p:tags r:id="rId20"/>
            </p:custDataLst>
          </p:nvPr>
        </p:nvSpPr>
        <p:spPr>
          <a:xfrm>
            <a:off x="7853435" y="5095408"/>
            <a:ext cx="2186520" cy="1229982"/>
          </a:xfrm>
          <a:prstGeom prst="rect">
            <a:avLst/>
          </a:prstGeom>
          <a:noFill/>
        </p:spPr>
        <p:txBody>
          <a:bodyPr wrap="square" lIns="0" tIns="0" rIns="0" bIns="0" rtlCol="0" anchor="t" anchorCtr="0">
            <a:noAutofit/>
          </a:bodyPr>
          <a:lstStyle/>
          <a:p>
            <a:pPr lvl="0" algn="just">
              <a:lnSpc>
                <a:spcPct val="130000"/>
              </a:lnSpc>
              <a:buClrTx/>
              <a:buSzTx/>
              <a:buFont typeface="Arial" panose="020B0604020202020204" pitchFamily="34" charset="0"/>
            </a:pPr>
            <a:r>
              <a:rPr lang="en-US" altLang="en-US" sz="1500">
                <a:solidFill>
                  <a:schemeClr val="tx1">
                    <a:lumMod val="85000"/>
                    <a:lumOff val="15000"/>
                  </a:schemeClr>
                </a:solidFill>
                <a:sym typeface="+mn-ea"/>
              </a:rPr>
              <a:t>xyflow - </a:t>
            </a:r>
            <a:r>
              <a:rPr lang="zh-CN" altLang="en-US" sz="1500">
                <a:solidFill>
                  <a:schemeClr val="tx1">
                    <a:lumMod val="85000"/>
                    <a:lumOff val="15000"/>
                  </a:schemeClr>
                </a:solidFill>
                <a:sym typeface="+mn-ea"/>
              </a:rPr>
              <a:t>工作流可视化引擎</a:t>
            </a:r>
            <a:endParaRPr lang="zh-CN" altLang="en-US" sz="1500">
              <a:solidFill>
                <a:schemeClr val="tx1">
                  <a:lumMod val="85000"/>
                  <a:lumOff val="15000"/>
                </a:schemeClr>
              </a:solidFill>
              <a:sym typeface="+mn-ea"/>
            </a:endParaRPr>
          </a:p>
        </p:txBody>
      </p:sp>
      <p:cxnSp>
        <p:nvCxnSpPr>
          <p:cNvPr id="36" name="直接连接符 22"/>
          <p:cNvCxnSpPr/>
          <p:nvPr>
            <p:custDataLst>
              <p:tags r:id="rId21"/>
            </p:custDataLst>
          </p:nvPr>
        </p:nvCxnSpPr>
        <p:spPr>
          <a:xfrm flipV="1">
            <a:off x="6096952" y="3943449"/>
            <a:ext cx="0" cy="539188"/>
          </a:xfrm>
          <a:prstGeom prst="line">
            <a:avLst/>
          </a:prstGeom>
          <a:ln>
            <a:gradFill>
              <a:gsLst>
                <a:gs pos="0">
                  <a:schemeClr val="accent4">
                    <a:alpha val="0"/>
                  </a:schemeClr>
                </a:gs>
                <a:gs pos="100000">
                  <a:schemeClr val="accent4">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37" name="直接连接符 23"/>
          <p:cNvCxnSpPr/>
          <p:nvPr>
            <p:custDataLst>
              <p:tags r:id="rId22"/>
            </p:custDataLst>
          </p:nvPr>
        </p:nvCxnSpPr>
        <p:spPr>
          <a:xfrm flipV="1">
            <a:off x="3228473" y="3880015"/>
            <a:ext cx="0" cy="539188"/>
          </a:xfrm>
          <a:prstGeom prst="line">
            <a:avLst/>
          </a:prstGeom>
          <a:ln>
            <a:gradFill>
              <a:gsLst>
                <a:gs pos="0">
                  <a:schemeClr val="accent2">
                    <a:alpha val="0"/>
                  </a:schemeClr>
                </a:gs>
                <a:gs pos="100000">
                  <a:schemeClr val="accent2">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38" name="文本框 4"/>
          <p:cNvSpPr txBox="1"/>
          <p:nvPr>
            <p:custDataLst>
              <p:tags r:id="rId23"/>
            </p:custDataLst>
          </p:nvPr>
        </p:nvSpPr>
        <p:spPr>
          <a:xfrm>
            <a:off x="10040000" y="2726788"/>
            <a:ext cx="717437" cy="485269"/>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07</a:t>
            </a:r>
            <a:endParaRPr lang="en-US" altLang="zh-CN" sz="2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39" name="文本框 6"/>
          <p:cNvSpPr txBox="1"/>
          <p:nvPr>
            <p:custDataLst>
              <p:tags r:id="rId24"/>
            </p:custDataLst>
          </p:nvPr>
        </p:nvSpPr>
        <p:spPr>
          <a:xfrm>
            <a:off x="9305436" y="1496805"/>
            <a:ext cx="2185931" cy="1229982"/>
          </a:xfrm>
          <a:prstGeom prst="rect">
            <a:avLst/>
          </a:prstGeom>
          <a:noFill/>
        </p:spPr>
        <p:txBody>
          <a:bodyPr wrap="square" lIns="0" tIns="0" rIns="0" bIns="0" rtlCol="0" anchor="b" anchorCtr="0">
            <a:noAutofit/>
          </a:bodyPr>
          <a:lstStyle/>
          <a:p>
            <a:pPr indent="0" algn="just" fontAlgn="auto">
              <a:lnSpc>
                <a:spcPct val="130000"/>
              </a:lnSpc>
              <a:buFont typeface="Arial" panose="020B0604020202020204" pitchFamily="34" charset="0"/>
              <a:buNone/>
            </a:pPr>
            <a:r>
              <a:rPr lang="en-US" altLang="en-US" sz="1500">
                <a:solidFill>
                  <a:schemeClr val="tx1">
                    <a:lumMod val="85000"/>
                    <a:lumOff val="15000"/>
                  </a:schemeClr>
                </a:solidFill>
                <a:sym typeface="+mn-ea"/>
              </a:rPr>
              <a:t>Zustand - </a:t>
            </a:r>
            <a:r>
              <a:rPr lang="zh-CN" altLang="en-US" sz="1500">
                <a:solidFill>
                  <a:schemeClr val="tx1">
                    <a:lumMod val="85000"/>
                    <a:lumOff val="15000"/>
                  </a:schemeClr>
                </a:solidFill>
                <a:sym typeface="+mn-ea"/>
              </a:rPr>
              <a:t>轻量级状态管理</a:t>
            </a:r>
            <a:endParaRPr lang="zh-CN" altLang="en-US" sz="1500">
              <a:solidFill>
                <a:schemeClr val="tx1">
                  <a:lumMod val="85000"/>
                  <a:lumOff val="15000"/>
                </a:schemeClr>
              </a:solidFill>
              <a:sym typeface="+mn-ea"/>
            </a:endParaRPr>
          </a:p>
        </p:txBody>
      </p:sp>
      <p:cxnSp>
        <p:nvCxnSpPr>
          <p:cNvPr id="40" name="直接连接符 7"/>
          <p:cNvCxnSpPr/>
          <p:nvPr>
            <p:custDataLst>
              <p:tags r:id="rId25"/>
            </p:custDataLst>
          </p:nvPr>
        </p:nvCxnSpPr>
        <p:spPr>
          <a:xfrm>
            <a:off x="10399670" y="3337021"/>
            <a:ext cx="0" cy="539188"/>
          </a:xfrm>
          <a:prstGeom prst="line">
            <a:avLst/>
          </a:prstGeom>
          <a:ln>
            <a:gradFill>
              <a:gsLst>
                <a:gs pos="0">
                  <a:schemeClr val="accent1">
                    <a:alpha val="0"/>
                  </a:schemeClr>
                </a:gs>
                <a:gs pos="100000">
                  <a:schemeClr val="accent1">
                    <a:alpha val="100000"/>
                  </a:schemeClr>
                </a:gs>
              </a:gsLst>
              <a:lin ang="16200000" scaled="0"/>
            </a:gradFill>
            <a:headEnd type="oval"/>
          </a:ln>
        </p:spPr>
        <p:style>
          <a:lnRef idx="2">
            <a:schemeClr val="accent1"/>
          </a:lnRef>
          <a:fillRef idx="0">
            <a:srgbClr val="FFFFFF"/>
          </a:fillRef>
          <a:effectRef idx="0">
            <a:srgbClr val="FFFFFF"/>
          </a:effectRef>
          <a:fontRef idx="minor">
            <a:schemeClr val="tx1"/>
          </a:fontRef>
        </p:style>
      </p:cxnSp>
    </p:spTree>
    <p:custDataLst>
      <p:tags r:id="rId2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03  核心功能模块</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CORE MODULES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sz="4000"/>
              <a:t>单击此处添加标题</a:t>
            </a:r>
            <a:endParaRPr lang="en-US" altLang="zh-CN" sz="4000"/>
          </a:p>
        </p:txBody>
      </p:sp>
      <p:sp>
        <p:nvSpPr>
          <p:cNvPr id="2" name="椭圆 6"/>
          <p:cNvSpPr/>
          <p:nvPr>
            <p:custDataLst>
              <p:tags r:id="rId2"/>
            </p:custDataLst>
          </p:nvPr>
        </p:nvSpPr>
        <p:spPr>
          <a:xfrm>
            <a:off x="5380957" y="3255436"/>
            <a:ext cx="1429381" cy="1429381"/>
          </a:xfrm>
          <a:prstGeom prst="ellipse">
            <a:avLst/>
          </a:prstGeom>
          <a:noFill/>
          <a:ln w="50800">
            <a:solidFill>
              <a:schemeClr val="accent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 name="任意多边形: 形状 25"/>
          <p:cNvSpPr/>
          <p:nvPr>
            <p:custDataLst>
              <p:tags r:id="rId3"/>
            </p:custDataLst>
          </p:nvPr>
        </p:nvSpPr>
        <p:spPr>
          <a:xfrm>
            <a:off x="1561721" y="1729383"/>
            <a:ext cx="2591300" cy="1333069"/>
          </a:xfrm>
          <a:prstGeom prst="roundRect">
            <a:avLst>
              <a:gd name="adj" fmla="val 2914"/>
            </a:avLst>
          </a:prstGeom>
          <a:solidFill>
            <a:schemeClr val="accent3">
              <a:lumMod val="60000"/>
              <a:lumOff val="40000"/>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0" name="任意多边形: 形状 7"/>
          <p:cNvSpPr/>
          <p:nvPr>
            <p:custDataLst>
              <p:tags r:id="rId4"/>
            </p:custDataLst>
          </p:nvPr>
        </p:nvSpPr>
        <p:spPr>
          <a:xfrm>
            <a:off x="8037817" y="1720544"/>
            <a:ext cx="2591300" cy="1333069"/>
          </a:xfrm>
          <a:prstGeom prst="roundRect">
            <a:avLst>
              <a:gd name="adj" fmla="val 2919"/>
            </a:avLst>
          </a:prstGeom>
          <a:solidFill>
            <a:schemeClr val="accent4">
              <a:lumMod val="60000"/>
              <a:lumOff val="40000"/>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pic>
        <p:nvPicPr>
          <p:cNvPr id="11" name="图片 7" descr="343439383331313b343532303032333bc6f3d2b5bcf2bde9"/>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773678" y="3648156"/>
            <a:ext cx="644309" cy="644309"/>
          </a:xfrm>
          <a:prstGeom prst="rect">
            <a:avLst/>
          </a:prstGeom>
        </p:spPr>
      </p:pic>
      <p:sp>
        <p:nvSpPr>
          <p:cNvPr id="12" name="任意多边形: 形状 17"/>
          <p:cNvSpPr/>
          <p:nvPr>
            <p:custDataLst>
              <p:tags r:id="rId8"/>
            </p:custDataLst>
          </p:nvPr>
        </p:nvSpPr>
        <p:spPr>
          <a:xfrm>
            <a:off x="2234144" y="1969309"/>
            <a:ext cx="3040109" cy="1328430"/>
          </a:xfrm>
          <a:custGeom>
            <a:avLst/>
            <a:gdLst>
              <a:gd name="connsiteX0" fmla="*/ 2320957 w 2320957"/>
              <a:gd name="connsiteY0" fmla="*/ 40386 h 1013896"/>
              <a:gd name="connsiteX1" fmla="*/ 2320957 w 2320957"/>
              <a:gd name="connsiteY1" fmla="*/ 821436 h 1013896"/>
              <a:gd name="connsiteX2" fmla="*/ 2280667 w 2320957"/>
              <a:gd name="connsiteY2" fmla="*/ 861917 h 1013896"/>
              <a:gd name="connsiteX3" fmla="*/ 2280571 w 2320957"/>
              <a:gd name="connsiteY3" fmla="*/ 861917 h 1013896"/>
              <a:gd name="connsiteX4" fmla="*/ 2119694 w 2320957"/>
              <a:gd name="connsiteY4" fmla="*/ 861917 h 1013896"/>
              <a:gd name="connsiteX5" fmla="*/ 2109131 w 2320957"/>
              <a:gd name="connsiteY5" fmla="*/ 872306 h 1013896"/>
              <a:gd name="connsiteX6" fmla="*/ 2110645 w 2320957"/>
              <a:gd name="connsiteY6" fmla="*/ 877824 h 1013896"/>
              <a:gd name="connsiteX7" fmla="*/ 2181607 w 2320957"/>
              <a:gd name="connsiteY7" fmla="*/ 996220 h 1013896"/>
              <a:gd name="connsiteX8" fmla="*/ 2177482 w 2320957"/>
              <a:gd name="connsiteY8" fmla="*/ 1012269 h 1013896"/>
              <a:gd name="connsiteX9" fmla="*/ 2167224 w 2320957"/>
              <a:gd name="connsiteY9" fmla="*/ 1013079 h 1013896"/>
              <a:gd name="connsiteX10" fmla="*/ 1808608 w 2320957"/>
              <a:gd name="connsiteY10" fmla="*/ 870204 h 1013896"/>
              <a:gd name="connsiteX11" fmla="*/ 1766888 w 2320957"/>
              <a:gd name="connsiteY11" fmla="*/ 862203 h 1013896"/>
              <a:gd name="connsiteX12" fmla="*/ 40386 w 2320957"/>
              <a:gd name="connsiteY12" fmla="*/ 862203 h 1013896"/>
              <a:gd name="connsiteX13" fmla="*/ 0 w 2320957"/>
              <a:gd name="connsiteY13" fmla="*/ 821817 h 1013896"/>
              <a:gd name="connsiteX14" fmla="*/ 0 w 2320957"/>
              <a:gd name="connsiteY14" fmla="*/ 821627 h 1013896"/>
              <a:gd name="connsiteX15" fmla="*/ 0 w 2320957"/>
              <a:gd name="connsiteY15" fmla="*/ 40386 h 1013896"/>
              <a:gd name="connsiteX16" fmla="*/ 40386 w 2320957"/>
              <a:gd name="connsiteY16" fmla="*/ 0 h 1013896"/>
              <a:gd name="connsiteX17" fmla="*/ 2280571 w 2320957"/>
              <a:gd name="connsiteY17" fmla="*/ 0 h 1013896"/>
              <a:gd name="connsiteX18" fmla="*/ 2320957 w 2320957"/>
              <a:gd name="connsiteY18" fmla="*/ 40386 h 101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20957" h="1013896">
                <a:moveTo>
                  <a:pt x="2320957" y="40386"/>
                </a:moveTo>
                <a:lnTo>
                  <a:pt x="2320957" y="821436"/>
                </a:lnTo>
                <a:cubicBezTo>
                  <a:pt x="2321015" y="843741"/>
                  <a:pt x="2302974" y="861865"/>
                  <a:pt x="2280667" y="861917"/>
                </a:cubicBezTo>
                <a:cubicBezTo>
                  <a:pt x="2280638" y="861917"/>
                  <a:pt x="2280600" y="861917"/>
                  <a:pt x="2280571" y="861917"/>
                </a:cubicBezTo>
                <a:lnTo>
                  <a:pt x="2119694" y="861917"/>
                </a:lnTo>
                <a:cubicBezTo>
                  <a:pt x="2113912" y="861869"/>
                  <a:pt x="2109178" y="866520"/>
                  <a:pt x="2109131" y="872306"/>
                </a:cubicBezTo>
                <a:cubicBezTo>
                  <a:pt x="2109112" y="874251"/>
                  <a:pt x="2109636" y="876161"/>
                  <a:pt x="2110645" y="877824"/>
                </a:cubicBezTo>
                <a:lnTo>
                  <a:pt x="2181607" y="996220"/>
                </a:lnTo>
                <a:cubicBezTo>
                  <a:pt x="2184902" y="1001792"/>
                  <a:pt x="2183054" y="1008974"/>
                  <a:pt x="2177482" y="1012269"/>
                </a:cubicBezTo>
                <a:cubicBezTo>
                  <a:pt x="2174368" y="1014108"/>
                  <a:pt x="2170586" y="1014403"/>
                  <a:pt x="2167224" y="1013079"/>
                </a:cubicBezTo>
                <a:lnTo>
                  <a:pt x="1808608" y="870204"/>
                </a:lnTo>
                <a:cubicBezTo>
                  <a:pt x="1795330" y="864939"/>
                  <a:pt x="1781175" y="862224"/>
                  <a:pt x="1766888" y="862203"/>
                </a:cubicBezTo>
                <a:lnTo>
                  <a:pt x="40386" y="862203"/>
                </a:lnTo>
                <a:cubicBezTo>
                  <a:pt x="18082" y="862203"/>
                  <a:pt x="0" y="844122"/>
                  <a:pt x="0" y="821817"/>
                </a:cubicBezTo>
                <a:cubicBezTo>
                  <a:pt x="0" y="821754"/>
                  <a:pt x="0" y="821690"/>
                  <a:pt x="0" y="821627"/>
                </a:cubicBezTo>
                <a:lnTo>
                  <a:pt x="0" y="40386"/>
                </a:lnTo>
                <a:cubicBezTo>
                  <a:pt x="0" y="18081"/>
                  <a:pt x="18082" y="0"/>
                  <a:pt x="40386" y="0"/>
                </a:cubicBezTo>
                <a:lnTo>
                  <a:pt x="2280571" y="0"/>
                </a:lnTo>
                <a:cubicBezTo>
                  <a:pt x="2302879" y="0"/>
                  <a:pt x="2320957" y="18081"/>
                  <a:pt x="2320957" y="40386"/>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107950" bIns="360045"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单击此处添加文本具体内容，可酌情增减文字。</a:t>
            </a:r>
            <a:endParaRPr lang="zh-CN" altLang="en-US" sz="1600" kern="0" dirty="0">
              <a:ln>
                <a:noFill/>
                <a:prstDash val="sysDot"/>
              </a:ln>
              <a:solidFill>
                <a:srgbClr val="FFFFFF"/>
              </a:solidFill>
              <a:latin typeface="+mn-ea"/>
              <a:cs typeface="+mn-ea"/>
              <a:sym typeface="+mn-ea"/>
            </a:endParaRPr>
          </a:p>
        </p:txBody>
      </p:sp>
      <p:sp>
        <p:nvSpPr>
          <p:cNvPr id="13" name="任意多边形: 形状 18"/>
          <p:cNvSpPr/>
          <p:nvPr>
            <p:custDataLst>
              <p:tags r:id="rId9"/>
            </p:custDataLst>
          </p:nvPr>
        </p:nvSpPr>
        <p:spPr>
          <a:xfrm>
            <a:off x="1213198" y="3301527"/>
            <a:ext cx="3706219" cy="1191420"/>
          </a:xfrm>
          <a:custGeom>
            <a:avLst/>
            <a:gdLst>
              <a:gd name="connsiteX0" fmla="*/ 2540603 w 2829008"/>
              <a:gd name="connsiteY0" fmla="*/ 40481 h 909446"/>
              <a:gd name="connsiteX1" fmla="*/ 2540603 w 2829008"/>
              <a:gd name="connsiteY1" fmla="*/ 471392 h 909446"/>
              <a:gd name="connsiteX2" fmla="*/ 2556891 w 2829008"/>
              <a:gd name="connsiteY2" fmla="*/ 490442 h 909446"/>
              <a:gd name="connsiteX3" fmla="*/ 2819400 w 2829008"/>
              <a:gd name="connsiteY3" fmla="*/ 538067 h 909446"/>
              <a:gd name="connsiteX4" fmla="*/ 2828830 w 2829008"/>
              <a:gd name="connsiteY4" fmla="*/ 551527 h 909446"/>
              <a:gd name="connsiteX5" fmla="*/ 2821305 w 2829008"/>
              <a:gd name="connsiteY5" fmla="*/ 560451 h 909446"/>
              <a:gd name="connsiteX6" fmla="*/ 2553557 w 2829008"/>
              <a:gd name="connsiteY6" fmla="*/ 659416 h 909446"/>
              <a:gd name="connsiteX7" fmla="*/ 2540603 w 2829008"/>
              <a:gd name="connsiteY7" fmla="*/ 678466 h 909446"/>
              <a:gd name="connsiteX8" fmla="*/ 2540603 w 2829008"/>
              <a:gd name="connsiteY8" fmla="*/ 868966 h 909446"/>
              <a:gd name="connsiteX9" fmla="*/ 2500122 w 2829008"/>
              <a:gd name="connsiteY9" fmla="*/ 909447 h 909446"/>
              <a:gd name="connsiteX10" fmla="*/ 40481 w 2829008"/>
              <a:gd name="connsiteY10" fmla="*/ 909447 h 909446"/>
              <a:gd name="connsiteX11" fmla="*/ 0 w 2829008"/>
              <a:gd name="connsiteY11" fmla="*/ 868966 h 909446"/>
              <a:gd name="connsiteX12" fmla="*/ 0 w 2829008"/>
              <a:gd name="connsiteY12" fmla="*/ 40481 h 909446"/>
              <a:gd name="connsiteX13" fmla="*/ 40481 w 2829008"/>
              <a:gd name="connsiteY13" fmla="*/ 0 h 909446"/>
              <a:gd name="connsiteX14" fmla="*/ 2500122 w 2829008"/>
              <a:gd name="connsiteY14" fmla="*/ 0 h 909446"/>
              <a:gd name="connsiteX15" fmla="*/ 2540603 w 2829008"/>
              <a:gd name="connsiteY15" fmla="*/ 40481 h 90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29008" h="909446">
                <a:moveTo>
                  <a:pt x="2540603" y="40481"/>
                </a:moveTo>
                <a:lnTo>
                  <a:pt x="2540603" y="471392"/>
                </a:lnTo>
                <a:cubicBezTo>
                  <a:pt x="2540813" y="480806"/>
                  <a:pt x="2547623" y="488770"/>
                  <a:pt x="2556891" y="490442"/>
                </a:cubicBezTo>
                <a:lnTo>
                  <a:pt x="2819400" y="538067"/>
                </a:lnTo>
                <a:cubicBezTo>
                  <a:pt x="2825725" y="539180"/>
                  <a:pt x="2829944" y="545206"/>
                  <a:pt x="2828830" y="551527"/>
                </a:cubicBezTo>
                <a:cubicBezTo>
                  <a:pt x="2828106" y="555637"/>
                  <a:pt x="2825229" y="559043"/>
                  <a:pt x="2821305" y="560451"/>
                </a:cubicBezTo>
                <a:lnTo>
                  <a:pt x="2553557" y="659416"/>
                </a:lnTo>
                <a:cubicBezTo>
                  <a:pt x="2545594" y="662321"/>
                  <a:pt x="2540375" y="669991"/>
                  <a:pt x="2540603" y="678466"/>
                </a:cubicBezTo>
                <a:lnTo>
                  <a:pt x="2540603" y="868966"/>
                </a:lnTo>
                <a:cubicBezTo>
                  <a:pt x="2540603" y="891321"/>
                  <a:pt x="2522477" y="909447"/>
                  <a:pt x="2500122" y="909447"/>
                </a:cubicBezTo>
                <a:lnTo>
                  <a:pt x="40481" y="909447"/>
                </a:lnTo>
                <a:cubicBezTo>
                  <a:pt x="18126" y="909447"/>
                  <a:pt x="0" y="891321"/>
                  <a:pt x="0" y="868966"/>
                </a:cubicBezTo>
                <a:lnTo>
                  <a:pt x="0" y="40481"/>
                </a:lnTo>
                <a:cubicBezTo>
                  <a:pt x="0" y="18124"/>
                  <a:pt x="18126" y="0"/>
                  <a:pt x="40481" y="0"/>
                </a:cubicBezTo>
                <a:lnTo>
                  <a:pt x="2500122" y="0"/>
                </a:lnTo>
                <a:cubicBezTo>
                  <a:pt x="2522477" y="0"/>
                  <a:pt x="2540603" y="18124"/>
                  <a:pt x="2540603" y="40481"/>
                </a:cubicBezTo>
                <a:close/>
              </a:path>
            </a:pathLst>
          </a:cu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612140"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单击此处添加文本具体内容，简明扼要地阐述您的观点。</a:t>
            </a:r>
            <a:endParaRPr lang="zh-CN" altLang="en-US" sz="1600" kern="0" dirty="0">
              <a:ln>
                <a:noFill/>
                <a:prstDash val="sysDot"/>
              </a:ln>
              <a:solidFill>
                <a:srgbClr val="FFFFFF"/>
              </a:solidFill>
              <a:latin typeface="+mn-ea"/>
              <a:cs typeface="+mn-ea"/>
              <a:sym typeface="+mn-ea"/>
            </a:endParaRPr>
          </a:p>
        </p:txBody>
      </p:sp>
      <p:sp>
        <p:nvSpPr>
          <p:cNvPr id="14" name="任意多边形: 形状 19"/>
          <p:cNvSpPr/>
          <p:nvPr>
            <p:custDataLst>
              <p:tags r:id="rId10"/>
            </p:custDataLst>
          </p:nvPr>
        </p:nvSpPr>
        <p:spPr>
          <a:xfrm>
            <a:off x="2489854" y="4717719"/>
            <a:ext cx="3252254" cy="1159851"/>
          </a:xfrm>
          <a:custGeom>
            <a:avLst/>
            <a:gdLst>
              <a:gd name="connsiteX0" fmla="*/ 2316290 w 2482058"/>
              <a:gd name="connsiteY0" fmla="*/ 39434 h 885062"/>
              <a:gd name="connsiteX1" fmla="*/ 2322195 w 2482058"/>
              <a:gd name="connsiteY1" fmla="*/ 281559 h 885062"/>
              <a:gd name="connsiteX2" fmla="*/ 2329529 w 2482058"/>
              <a:gd name="connsiteY2" fmla="*/ 288503 h 885062"/>
              <a:gd name="connsiteX3" fmla="*/ 2334387 w 2482058"/>
              <a:gd name="connsiteY3" fmla="*/ 286417 h 885062"/>
              <a:gd name="connsiteX4" fmla="*/ 2468785 w 2482058"/>
              <a:gd name="connsiteY4" fmla="*/ 149638 h 885062"/>
              <a:gd name="connsiteX5" fmla="*/ 2479548 w 2482058"/>
              <a:gd name="connsiteY5" fmla="*/ 149095 h 885062"/>
              <a:gd name="connsiteX6" fmla="*/ 2481072 w 2482058"/>
              <a:gd name="connsiteY6" fmla="*/ 158496 h 885062"/>
              <a:gd name="connsiteX7" fmla="*/ 2333054 w 2482058"/>
              <a:gd name="connsiteY7" fmla="*/ 449485 h 885062"/>
              <a:gd name="connsiteX8" fmla="*/ 2322195 w 2482058"/>
              <a:gd name="connsiteY8" fmla="*/ 493014 h 885062"/>
              <a:gd name="connsiteX9" fmla="*/ 2316004 w 2482058"/>
              <a:gd name="connsiteY9" fmla="*/ 845439 h 885062"/>
              <a:gd name="connsiteX10" fmla="*/ 2275523 w 2482058"/>
              <a:gd name="connsiteY10" fmla="*/ 885063 h 885062"/>
              <a:gd name="connsiteX11" fmla="*/ 40481 w 2482058"/>
              <a:gd name="connsiteY11" fmla="*/ 885063 h 885062"/>
              <a:gd name="connsiteX12" fmla="*/ 0 w 2482058"/>
              <a:gd name="connsiteY12" fmla="*/ 844582 h 885062"/>
              <a:gd name="connsiteX13" fmla="*/ 0 w 2482058"/>
              <a:gd name="connsiteY13" fmla="*/ 40386 h 885062"/>
              <a:gd name="connsiteX14" fmla="*/ 40481 w 2482058"/>
              <a:gd name="connsiteY14" fmla="*/ 0 h 885062"/>
              <a:gd name="connsiteX15" fmla="*/ 2275808 w 2482058"/>
              <a:gd name="connsiteY15" fmla="*/ 0 h 885062"/>
              <a:gd name="connsiteX16" fmla="*/ 2316290 w 2482058"/>
              <a:gd name="connsiteY16" fmla="*/ 39434 h 8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82058" h="885062">
                <a:moveTo>
                  <a:pt x="2316290" y="39434"/>
                </a:moveTo>
                <a:lnTo>
                  <a:pt x="2322195" y="281559"/>
                </a:lnTo>
                <a:cubicBezTo>
                  <a:pt x="2322300" y="285502"/>
                  <a:pt x="2325586" y="288617"/>
                  <a:pt x="2329529" y="288503"/>
                </a:cubicBezTo>
                <a:cubicBezTo>
                  <a:pt x="2331358" y="288455"/>
                  <a:pt x="2333092" y="287712"/>
                  <a:pt x="2334387" y="286417"/>
                </a:cubicBezTo>
                <a:lnTo>
                  <a:pt x="2468785" y="149638"/>
                </a:lnTo>
                <a:cubicBezTo>
                  <a:pt x="2471604" y="146514"/>
                  <a:pt x="2476424" y="146275"/>
                  <a:pt x="2479548" y="149095"/>
                </a:cubicBezTo>
                <a:cubicBezTo>
                  <a:pt x="2482196" y="151486"/>
                  <a:pt x="2482825" y="155391"/>
                  <a:pt x="2481072" y="158496"/>
                </a:cubicBezTo>
                <a:lnTo>
                  <a:pt x="2333054" y="449485"/>
                </a:lnTo>
                <a:cubicBezTo>
                  <a:pt x="2326196" y="462991"/>
                  <a:pt x="2322481" y="477869"/>
                  <a:pt x="2322195" y="493014"/>
                </a:cubicBezTo>
                <a:lnTo>
                  <a:pt x="2316004" y="845439"/>
                </a:lnTo>
                <a:cubicBezTo>
                  <a:pt x="2315537" y="867461"/>
                  <a:pt x="2297544" y="885073"/>
                  <a:pt x="2275523" y="885063"/>
                </a:cubicBezTo>
                <a:lnTo>
                  <a:pt x="40481" y="885063"/>
                </a:lnTo>
                <a:cubicBezTo>
                  <a:pt x="18126" y="885063"/>
                  <a:pt x="0" y="866937"/>
                  <a:pt x="0" y="844582"/>
                </a:cubicBezTo>
                <a:lnTo>
                  <a:pt x="0" y="40386"/>
                </a:lnTo>
                <a:cubicBezTo>
                  <a:pt x="57" y="18069"/>
                  <a:pt x="18164" y="0"/>
                  <a:pt x="40481" y="0"/>
                </a:cubicBezTo>
                <a:lnTo>
                  <a:pt x="2275808" y="0"/>
                </a:lnTo>
                <a:cubicBezTo>
                  <a:pt x="2297763" y="-10"/>
                  <a:pt x="2315718" y="17488"/>
                  <a:pt x="2316290" y="39434"/>
                </a:cubicBezTo>
                <a:close/>
              </a:path>
            </a:pathLst>
          </a:custGeom>
          <a:solidFill>
            <a:schemeClr val="accent1"/>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504190"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单击此处添加文本具体内容。</a:t>
            </a:r>
            <a:endParaRPr lang="zh-CN" altLang="en-US" sz="1600" kern="0" dirty="0">
              <a:ln>
                <a:noFill/>
                <a:prstDash val="sysDot"/>
              </a:ln>
              <a:solidFill>
                <a:srgbClr val="FFFFFF"/>
              </a:solidFill>
              <a:latin typeface="+mn-ea"/>
              <a:cs typeface="+mn-ea"/>
              <a:sym typeface="+mn-ea"/>
            </a:endParaRPr>
          </a:p>
        </p:txBody>
      </p:sp>
      <p:sp>
        <p:nvSpPr>
          <p:cNvPr id="16" name="任意多边形: 形状 17"/>
          <p:cNvSpPr/>
          <p:nvPr>
            <p:custDataLst>
              <p:tags r:id="rId11"/>
            </p:custDataLst>
          </p:nvPr>
        </p:nvSpPr>
        <p:spPr>
          <a:xfrm flipH="1">
            <a:off x="6917112" y="1956050"/>
            <a:ext cx="3040109" cy="1328430"/>
          </a:xfrm>
          <a:custGeom>
            <a:avLst/>
            <a:gdLst>
              <a:gd name="connsiteX0" fmla="*/ 2320957 w 2320957"/>
              <a:gd name="connsiteY0" fmla="*/ 40386 h 1013896"/>
              <a:gd name="connsiteX1" fmla="*/ 2320957 w 2320957"/>
              <a:gd name="connsiteY1" fmla="*/ 821436 h 1013896"/>
              <a:gd name="connsiteX2" fmla="*/ 2280667 w 2320957"/>
              <a:gd name="connsiteY2" fmla="*/ 861917 h 1013896"/>
              <a:gd name="connsiteX3" fmla="*/ 2280571 w 2320957"/>
              <a:gd name="connsiteY3" fmla="*/ 861917 h 1013896"/>
              <a:gd name="connsiteX4" fmla="*/ 2119694 w 2320957"/>
              <a:gd name="connsiteY4" fmla="*/ 861917 h 1013896"/>
              <a:gd name="connsiteX5" fmla="*/ 2109131 w 2320957"/>
              <a:gd name="connsiteY5" fmla="*/ 872306 h 1013896"/>
              <a:gd name="connsiteX6" fmla="*/ 2110645 w 2320957"/>
              <a:gd name="connsiteY6" fmla="*/ 877824 h 1013896"/>
              <a:gd name="connsiteX7" fmla="*/ 2181607 w 2320957"/>
              <a:gd name="connsiteY7" fmla="*/ 996220 h 1013896"/>
              <a:gd name="connsiteX8" fmla="*/ 2177482 w 2320957"/>
              <a:gd name="connsiteY8" fmla="*/ 1012269 h 1013896"/>
              <a:gd name="connsiteX9" fmla="*/ 2167224 w 2320957"/>
              <a:gd name="connsiteY9" fmla="*/ 1013079 h 1013896"/>
              <a:gd name="connsiteX10" fmla="*/ 1808608 w 2320957"/>
              <a:gd name="connsiteY10" fmla="*/ 870204 h 1013896"/>
              <a:gd name="connsiteX11" fmla="*/ 1766888 w 2320957"/>
              <a:gd name="connsiteY11" fmla="*/ 862203 h 1013896"/>
              <a:gd name="connsiteX12" fmla="*/ 40386 w 2320957"/>
              <a:gd name="connsiteY12" fmla="*/ 862203 h 1013896"/>
              <a:gd name="connsiteX13" fmla="*/ 0 w 2320957"/>
              <a:gd name="connsiteY13" fmla="*/ 821817 h 1013896"/>
              <a:gd name="connsiteX14" fmla="*/ 0 w 2320957"/>
              <a:gd name="connsiteY14" fmla="*/ 821627 h 1013896"/>
              <a:gd name="connsiteX15" fmla="*/ 0 w 2320957"/>
              <a:gd name="connsiteY15" fmla="*/ 40386 h 1013896"/>
              <a:gd name="connsiteX16" fmla="*/ 40386 w 2320957"/>
              <a:gd name="connsiteY16" fmla="*/ 0 h 1013896"/>
              <a:gd name="connsiteX17" fmla="*/ 2280571 w 2320957"/>
              <a:gd name="connsiteY17" fmla="*/ 0 h 1013896"/>
              <a:gd name="connsiteX18" fmla="*/ 2320957 w 2320957"/>
              <a:gd name="connsiteY18" fmla="*/ 40386 h 101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20957" h="1013896">
                <a:moveTo>
                  <a:pt x="2320957" y="40386"/>
                </a:moveTo>
                <a:lnTo>
                  <a:pt x="2320957" y="821436"/>
                </a:lnTo>
                <a:cubicBezTo>
                  <a:pt x="2321015" y="843741"/>
                  <a:pt x="2302974" y="861865"/>
                  <a:pt x="2280667" y="861917"/>
                </a:cubicBezTo>
                <a:cubicBezTo>
                  <a:pt x="2280638" y="861917"/>
                  <a:pt x="2280600" y="861917"/>
                  <a:pt x="2280571" y="861917"/>
                </a:cubicBezTo>
                <a:lnTo>
                  <a:pt x="2119694" y="861917"/>
                </a:lnTo>
                <a:cubicBezTo>
                  <a:pt x="2113912" y="861869"/>
                  <a:pt x="2109178" y="866520"/>
                  <a:pt x="2109131" y="872306"/>
                </a:cubicBezTo>
                <a:cubicBezTo>
                  <a:pt x="2109112" y="874251"/>
                  <a:pt x="2109636" y="876161"/>
                  <a:pt x="2110645" y="877824"/>
                </a:cubicBezTo>
                <a:lnTo>
                  <a:pt x="2181607" y="996220"/>
                </a:lnTo>
                <a:cubicBezTo>
                  <a:pt x="2184902" y="1001792"/>
                  <a:pt x="2183054" y="1008974"/>
                  <a:pt x="2177482" y="1012269"/>
                </a:cubicBezTo>
                <a:cubicBezTo>
                  <a:pt x="2174368" y="1014108"/>
                  <a:pt x="2170586" y="1014403"/>
                  <a:pt x="2167224" y="1013079"/>
                </a:cubicBezTo>
                <a:lnTo>
                  <a:pt x="1808608" y="870204"/>
                </a:lnTo>
                <a:cubicBezTo>
                  <a:pt x="1795330" y="864939"/>
                  <a:pt x="1781175" y="862224"/>
                  <a:pt x="1766888" y="862203"/>
                </a:cubicBezTo>
                <a:lnTo>
                  <a:pt x="40386" y="862203"/>
                </a:lnTo>
                <a:cubicBezTo>
                  <a:pt x="18082" y="862203"/>
                  <a:pt x="0" y="844122"/>
                  <a:pt x="0" y="821817"/>
                </a:cubicBezTo>
                <a:cubicBezTo>
                  <a:pt x="0" y="821754"/>
                  <a:pt x="0" y="821690"/>
                  <a:pt x="0" y="821627"/>
                </a:cubicBezTo>
                <a:lnTo>
                  <a:pt x="0" y="40386"/>
                </a:lnTo>
                <a:cubicBezTo>
                  <a:pt x="0" y="18081"/>
                  <a:pt x="18082" y="0"/>
                  <a:pt x="40386" y="0"/>
                </a:cubicBezTo>
                <a:lnTo>
                  <a:pt x="2280571" y="0"/>
                </a:lnTo>
                <a:cubicBezTo>
                  <a:pt x="2302879" y="0"/>
                  <a:pt x="2320957" y="18081"/>
                  <a:pt x="2320957" y="4038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5720" rIns="71755" bIns="39624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单击此处添加文本具体内容，可酌情增减文字。</a:t>
            </a:r>
            <a:endParaRPr lang="zh-CN" altLang="en-US" sz="1600" kern="0" dirty="0">
              <a:ln>
                <a:noFill/>
                <a:prstDash val="sysDot"/>
              </a:ln>
              <a:solidFill>
                <a:srgbClr val="FFFFFF"/>
              </a:solidFill>
              <a:latin typeface="+mn-ea"/>
              <a:cs typeface="+mn-ea"/>
              <a:sym typeface="+mn-ea"/>
            </a:endParaRPr>
          </a:p>
        </p:txBody>
      </p:sp>
      <p:sp>
        <p:nvSpPr>
          <p:cNvPr id="18" name="任意多边形: 形状 18"/>
          <p:cNvSpPr/>
          <p:nvPr>
            <p:custDataLst>
              <p:tags r:id="rId12"/>
            </p:custDataLst>
          </p:nvPr>
        </p:nvSpPr>
        <p:spPr>
          <a:xfrm flipH="1">
            <a:off x="7271950" y="3278797"/>
            <a:ext cx="3706219" cy="1191420"/>
          </a:xfrm>
          <a:custGeom>
            <a:avLst/>
            <a:gdLst>
              <a:gd name="connsiteX0" fmla="*/ 2540603 w 2829008"/>
              <a:gd name="connsiteY0" fmla="*/ 40481 h 909446"/>
              <a:gd name="connsiteX1" fmla="*/ 2540603 w 2829008"/>
              <a:gd name="connsiteY1" fmla="*/ 471392 h 909446"/>
              <a:gd name="connsiteX2" fmla="*/ 2556891 w 2829008"/>
              <a:gd name="connsiteY2" fmla="*/ 490442 h 909446"/>
              <a:gd name="connsiteX3" fmla="*/ 2819400 w 2829008"/>
              <a:gd name="connsiteY3" fmla="*/ 538067 h 909446"/>
              <a:gd name="connsiteX4" fmla="*/ 2828830 w 2829008"/>
              <a:gd name="connsiteY4" fmla="*/ 551527 h 909446"/>
              <a:gd name="connsiteX5" fmla="*/ 2821305 w 2829008"/>
              <a:gd name="connsiteY5" fmla="*/ 560451 h 909446"/>
              <a:gd name="connsiteX6" fmla="*/ 2553557 w 2829008"/>
              <a:gd name="connsiteY6" fmla="*/ 659416 h 909446"/>
              <a:gd name="connsiteX7" fmla="*/ 2540603 w 2829008"/>
              <a:gd name="connsiteY7" fmla="*/ 678466 h 909446"/>
              <a:gd name="connsiteX8" fmla="*/ 2540603 w 2829008"/>
              <a:gd name="connsiteY8" fmla="*/ 868966 h 909446"/>
              <a:gd name="connsiteX9" fmla="*/ 2500122 w 2829008"/>
              <a:gd name="connsiteY9" fmla="*/ 909447 h 909446"/>
              <a:gd name="connsiteX10" fmla="*/ 40481 w 2829008"/>
              <a:gd name="connsiteY10" fmla="*/ 909447 h 909446"/>
              <a:gd name="connsiteX11" fmla="*/ 0 w 2829008"/>
              <a:gd name="connsiteY11" fmla="*/ 868966 h 909446"/>
              <a:gd name="connsiteX12" fmla="*/ 0 w 2829008"/>
              <a:gd name="connsiteY12" fmla="*/ 40481 h 909446"/>
              <a:gd name="connsiteX13" fmla="*/ 40481 w 2829008"/>
              <a:gd name="connsiteY13" fmla="*/ 0 h 909446"/>
              <a:gd name="connsiteX14" fmla="*/ 2500122 w 2829008"/>
              <a:gd name="connsiteY14" fmla="*/ 0 h 909446"/>
              <a:gd name="connsiteX15" fmla="*/ 2540603 w 2829008"/>
              <a:gd name="connsiteY15" fmla="*/ 40481 h 90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29008" h="909446">
                <a:moveTo>
                  <a:pt x="2540603" y="40481"/>
                </a:moveTo>
                <a:lnTo>
                  <a:pt x="2540603" y="471392"/>
                </a:lnTo>
                <a:cubicBezTo>
                  <a:pt x="2540813" y="480806"/>
                  <a:pt x="2547623" y="488770"/>
                  <a:pt x="2556891" y="490442"/>
                </a:cubicBezTo>
                <a:lnTo>
                  <a:pt x="2819400" y="538067"/>
                </a:lnTo>
                <a:cubicBezTo>
                  <a:pt x="2825725" y="539180"/>
                  <a:pt x="2829944" y="545206"/>
                  <a:pt x="2828830" y="551527"/>
                </a:cubicBezTo>
                <a:cubicBezTo>
                  <a:pt x="2828106" y="555637"/>
                  <a:pt x="2825229" y="559043"/>
                  <a:pt x="2821305" y="560451"/>
                </a:cubicBezTo>
                <a:lnTo>
                  <a:pt x="2553557" y="659416"/>
                </a:lnTo>
                <a:cubicBezTo>
                  <a:pt x="2545594" y="662321"/>
                  <a:pt x="2540375" y="669991"/>
                  <a:pt x="2540603" y="678466"/>
                </a:cubicBezTo>
                <a:lnTo>
                  <a:pt x="2540603" y="868966"/>
                </a:lnTo>
                <a:cubicBezTo>
                  <a:pt x="2540603" y="891321"/>
                  <a:pt x="2522477" y="909447"/>
                  <a:pt x="2500122" y="909447"/>
                </a:cubicBezTo>
                <a:lnTo>
                  <a:pt x="40481" y="909447"/>
                </a:lnTo>
                <a:cubicBezTo>
                  <a:pt x="18126" y="909447"/>
                  <a:pt x="0" y="891321"/>
                  <a:pt x="0" y="868966"/>
                </a:cubicBezTo>
                <a:lnTo>
                  <a:pt x="0" y="40481"/>
                </a:lnTo>
                <a:cubicBezTo>
                  <a:pt x="0" y="18124"/>
                  <a:pt x="18126" y="0"/>
                  <a:pt x="40481" y="0"/>
                </a:cubicBezTo>
                <a:lnTo>
                  <a:pt x="2500122" y="0"/>
                </a:lnTo>
                <a:cubicBezTo>
                  <a:pt x="2522477" y="0"/>
                  <a:pt x="2540603" y="18124"/>
                  <a:pt x="2540603" y="40481"/>
                </a:cubicBezTo>
                <a:close/>
              </a:path>
            </a:pathLst>
          </a:custGeom>
          <a:solidFill>
            <a:schemeClr val="accent5"/>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12140" tIns="46990" rIns="179705" bIns="45720" numCol="1" spcCol="0" rtlCol="0" fromWordArt="0" anchor="ctr" anchorCtr="0" forceAA="0" compatLnSpc="1">
            <a:noAutofit/>
          </a:bodyPr>
          <a:p>
            <a:pPr lvl="0" algn="ctr">
              <a:lnSpc>
                <a:spcPct val="130000"/>
              </a:lnSpc>
              <a:buClrTx/>
              <a:buSzTx/>
              <a:buFontTx/>
            </a:pPr>
            <a:endParaRPr lang="zh-CN" altLang="en-US" sz="1600" kern="0" dirty="0">
              <a:ln>
                <a:noFill/>
                <a:prstDash val="sysDot"/>
              </a:ln>
              <a:solidFill>
                <a:srgbClr val="FFFFFF"/>
              </a:solidFill>
              <a:latin typeface="+mn-ea"/>
              <a:cs typeface="+mn-ea"/>
              <a:sym typeface="+mn-ea"/>
            </a:endParaRPr>
          </a:p>
        </p:txBody>
      </p:sp>
      <p:sp>
        <p:nvSpPr>
          <p:cNvPr id="19" name="任意多边形: 形状 19"/>
          <p:cNvSpPr/>
          <p:nvPr>
            <p:custDataLst>
              <p:tags r:id="rId13"/>
            </p:custDataLst>
          </p:nvPr>
        </p:nvSpPr>
        <p:spPr>
          <a:xfrm flipH="1">
            <a:off x="6449258" y="4717719"/>
            <a:ext cx="3252254" cy="1159851"/>
          </a:xfrm>
          <a:custGeom>
            <a:avLst/>
            <a:gdLst>
              <a:gd name="connsiteX0" fmla="*/ 2316290 w 2482058"/>
              <a:gd name="connsiteY0" fmla="*/ 39434 h 885062"/>
              <a:gd name="connsiteX1" fmla="*/ 2322195 w 2482058"/>
              <a:gd name="connsiteY1" fmla="*/ 281559 h 885062"/>
              <a:gd name="connsiteX2" fmla="*/ 2329529 w 2482058"/>
              <a:gd name="connsiteY2" fmla="*/ 288503 h 885062"/>
              <a:gd name="connsiteX3" fmla="*/ 2334387 w 2482058"/>
              <a:gd name="connsiteY3" fmla="*/ 286417 h 885062"/>
              <a:gd name="connsiteX4" fmla="*/ 2468785 w 2482058"/>
              <a:gd name="connsiteY4" fmla="*/ 149638 h 885062"/>
              <a:gd name="connsiteX5" fmla="*/ 2479548 w 2482058"/>
              <a:gd name="connsiteY5" fmla="*/ 149095 h 885062"/>
              <a:gd name="connsiteX6" fmla="*/ 2481072 w 2482058"/>
              <a:gd name="connsiteY6" fmla="*/ 158496 h 885062"/>
              <a:gd name="connsiteX7" fmla="*/ 2333054 w 2482058"/>
              <a:gd name="connsiteY7" fmla="*/ 449485 h 885062"/>
              <a:gd name="connsiteX8" fmla="*/ 2322195 w 2482058"/>
              <a:gd name="connsiteY8" fmla="*/ 493014 h 885062"/>
              <a:gd name="connsiteX9" fmla="*/ 2316004 w 2482058"/>
              <a:gd name="connsiteY9" fmla="*/ 845439 h 885062"/>
              <a:gd name="connsiteX10" fmla="*/ 2275523 w 2482058"/>
              <a:gd name="connsiteY10" fmla="*/ 885063 h 885062"/>
              <a:gd name="connsiteX11" fmla="*/ 40481 w 2482058"/>
              <a:gd name="connsiteY11" fmla="*/ 885063 h 885062"/>
              <a:gd name="connsiteX12" fmla="*/ 0 w 2482058"/>
              <a:gd name="connsiteY12" fmla="*/ 844582 h 885062"/>
              <a:gd name="connsiteX13" fmla="*/ 0 w 2482058"/>
              <a:gd name="connsiteY13" fmla="*/ 40386 h 885062"/>
              <a:gd name="connsiteX14" fmla="*/ 40481 w 2482058"/>
              <a:gd name="connsiteY14" fmla="*/ 0 h 885062"/>
              <a:gd name="connsiteX15" fmla="*/ 2275808 w 2482058"/>
              <a:gd name="connsiteY15" fmla="*/ 0 h 885062"/>
              <a:gd name="connsiteX16" fmla="*/ 2316290 w 2482058"/>
              <a:gd name="connsiteY16" fmla="*/ 39434 h 8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82058" h="885062">
                <a:moveTo>
                  <a:pt x="2316290" y="39434"/>
                </a:moveTo>
                <a:lnTo>
                  <a:pt x="2322195" y="281559"/>
                </a:lnTo>
                <a:cubicBezTo>
                  <a:pt x="2322300" y="285502"/>
                  <a:pt x="2325586" y="288617"/>
                  <a:pt x="2329529" y="288503"/>
                </a:cubicBezTo>
                <a:cubicBezTo>
                  <a:pt x="2331358" y="288455"/>
                  <a:pt x="2333092" y="287712"/>
                  <a:pt x="2334387" y="286417"/>
                </a:cubicBezTo>
                <a:lnTo>
                  <a:pt x="2468785" y="149638"/>
                </a:lnTo>
                <a:cubicBezTo>
                  <a:pt x="2471604" y="146514"/>
                  <a:pt x="2476424" y="146275"/>
                  <a:pt x="2479548" y="149095"/>
                </a:cubicBezTo>
                <a:cubicBezTo>
                  <a:pt x="2482196" y="151486"/>
                  <a:pt x="2482825" y="155391"/>
                  <a:pt x="2481072" y="158496"/>
                </a:cubicBezTo>
                <a:lnTo>
                  <a:pt x="2333054" y="449485"/>
                </a:lnTo>
                <a:cubicBezTo>
                  <a:pt x="2326196" y="462991"/>
                  <a:pt x="2322481" y="477869"/>
                  <a:pt x="2322195" y="493014"/>
                </a:cubicBezTo>
                <a:lnTo>
                  <a:pt x="2316004" y="845439"/>
                </a:lnTo>
                <a:cubicBezTo>
                  <a:pt x="2315537" y="867461"/>
                  <a:pt x="2297544" y="885073"/>
                  <a:pt x="2275523" y="885063"/>
                </a:cubicBezTo>
                <a:lnTo>
                  <a:pt x="40481" y="885063"/>
                </a:lnTo>
                <a:cubicBezTo>
                  <a:pt x="18126" y="885063"/>
                  <a:pt x="0" y="866937"/>
                  <a:pt x="0" y="844582"/>
                </a:cubicBezTo>
                <a:lnTo>
                  <a:pt x="0" y="40386"/>
                </a:lnTo>
                <a:cubicBezTo>
                  <a:pt x="57" y="18069"/>
                  <a:pt x="18164" y="0"/>
                  <a:pt x="40481" y="0"/>
                </a:cubicBezTo>
                <a:lnTo>
                  <a:pt x="2275808" y="0"/>
                </a:lnTo>
                <a:cubicBezTo>
                  <a:pt x="2297763" y="-10"/>
                  <a:pt x="2315718" y="17488"/>
                  <a:pt x="2316290" y="39434"/>
                </a:cubicBezTo>
                <a:close/>
              </a:path>
            </a:pathLst>
          </a:custGeom>
          <a:solidFill>
            <a:schemeClr val="accent6"/>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504190" tIns="46990" rIns="179705" bIns="45720" numCol="1" spcCol="0" rtlCol="0" fromWordArt="0" anchor="ctr" anchorCtr="0" forceAA="0" compatLnSpc="1">
            <a:noAutofit/>
          </a:bodyPr>
          <a:p>
            <a:pPr lvl="0" algn="ctr">
              <a:lnSpc>
                <a:spcPct val="130000"/>
              </a:lnSpc>
              <a:buClrTx/>
              <a:buSzTx/>
              <a:buFontTx/>
            </a:pPr>
            <a:endParaRPr lang="zh-CN" altLang="en-US" sz="1600" kern="0" dirty="0">
              <a:ln>
                <a:noFill/>
                <a:prstDash val="sysDot"/>
              </a:ln>
              <a:solidFill>
                <a:srgbClr val="FFFFFF"/>
              </a:solidFill>
              <a:latin typeface="+mn-ea"/>
              <a:cs typeface="+mn-ea"/>
              <a:sym typeface="+mn-ea"/>
            </a:endParaRPr>
          </a:p>
        </p:txBody>
      </p:sp>
      <p:sp>
        <p:nvSpPr>
          <p:cNvPr id="4" name="任意多边形: 形状 18"/>
          <p:cNvSpPr/>
          <p:nvPr>
            <p:custDataLst>
              <p:tags r:id="rId14"/>
            </p:custDataLst>
          </p:nvPr>
        </p:nvSpPr>
        <p:spPr>
          <a:xfrm flipH="1">
            <a:off x="5742235" y="4373537"/>
            <a:ext cx="3706219" cy="1191420"/>
          </a:xfrm>
          <a:custGeom>
            <a:avLst/>
            <a:gdLst>
              <a:gd name="connsiteX0" fmla="*/ 2540603 w 2829008"/>
              <a:gd name="connsiteY0" fmla="*/ 40481 h 909446"/>
              <a:gd name="connsiteX1" fmla="*/ 2540603 w 2829008"/>
              <a:gd name="connsiteY1" fmla="*/ 471392 h 909446"/>
              <a:gd name="connsiteX2" fmla="*/ 2556891 w 2829008"/>
              <a:gd name="connsiteY2" fmla="*/ 490442 h 909446"/>
              <a:gd name="connsiteX3" fmla="*/ 2819400 w 2829008"/>
              <a:gd name="connsiteY3" fmla="*/ 538067 h 909446"/>
              <a:gd name="connsiteX4" fmla="*/ 2828830 w 2829008"/>
              <a:gd name="connsiteY4" fmla="*/ 551527 h 909446"/>
              <a:gd name="connsiteX5" fmla="*/ 2821305 w 2829008"/>
              <a:gd name="connsiteY5" fmla="*/ 560451 h 909446"/>
              <a:gd name="connsiteX6" fmla="*/ 2553557 w 2829008"/>
              <a:gd name="connsiteY6" fmla="*/ 659416 h 909446"/>
              <a:gd name="connsiteX7" fmla="*/ 2540603 w 2829008"/>
              <a:gd name="connsiteY7" fmla="*/ 678466 h 909446"/>
              <a:gd name="connsiteX8" fmla="*/ 2540603 w 2829008"/>
              <a:gd name="connsiteY8" fmla="*/ 868966 h 909446"/>
              <a:gd name="connsiteX9" fmla="*/ 2500122 w 2829008"/>
              <a:gd name="connsiteY9" fmla="*/ 909447 h 909446"/>
              <a:gd name="connsiteX10" fmla="*/ 40481 w 2829008"/>
              <a:gd name="connsiteY10" fmla="*/ 909447 h 909446"/>
              <a:gd name="connsiteX11" fmla="*/ 0 w 2829008"/>
              <a:gd name="connsiteY11" fmla="*/ 868966 h 909446"/>
              <a:gd name="connsiteX12" fmla="*/ 0 w 2829008"/>
              <a:gd name="connsiteY12" fmla="*/ 40481 h 909446"/>
              <a:gd name="connsiteX13" fmla="*/ 40481 w 2829008"/>
              <a:gd name="connsiteY13" fmla="*/ 0 h 909446"/>
              <a:gd name="connsiteX14" fmla="*/ 2500122 w 2829008"/>
              <a:gd name="connsiteY14" fmla="*/ 0 h 909446"/>
              <a:gd name="connsiteX15" fmla="*/ 2540603 w 2829008"/>
              <a:gd name="connsiteY15" fmla="*/ 40481 h 90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29008" h="909446">
                <a:moveTo>
                  <a:pt x="2540603" y="40481"/>
                </a:moveTo>
                <a:lnTo>
                  <a:pt x="2540603" y="471392"/>
                </a:lnTo>
                <a:cubicBezTo>
                  <a:pt x="2540813" y="480806"/>
                  <a:pt x="2547623" y="488770"/>
                  <a:pt x="2556891" y="490442"/>
                </a:cubicBezTo>
                <a:lnTo>
                  <a:pt x="2819400" y="538067"/>
                </a:lnTo>
                <a:cubicBezTo>
                  <a:pt x="2825725" y="539180"/>
                  <a:pt x="2829944" y="545206"/>
                  <a:pt x="2828830" y="551527"/>
                </a:cubicBezTo>
                <a:cubicBezTo>
                  <a:pt x="2828106" y="555637"/>
                  <a:pt x="2825229" y="559043"/>
                  <a:pt x="2821305" y="560451"/>
                </a:cubicBezTo>
                <a:lnTo>
                  <a:pt x="2553557" y="659416"/>
                </a:lnTo>
                <a:cubicBezTo>
                  <a:pt x="2545594" y="662321"/>
                  <a:pt x="2540375" y="669991"/>
                  <a:pt x="2540603" y="678466"/>
                </a:cubicBezTo>
                <a:lnTo>
                  <a:pt x="2540603" y="868966"/>
                </a:lnTo>
                <a:cubicBezTo>
                  <a:pt x="2540603" y="891321"/>
                  <a:pt x="2522477" y="909447"/>
                  <a:pt x="2500122" y="909447"/>
                </a:cubicBezTo>
                <a:lnTo>
                  <a:pt x="40481" y="909447"/>
                </a:lnTo>
                <a:cubicBezTo>
                  <a:pt x="18126" y="909447"/>
                  <a:pt x="0" y="891321"/>
                  <a:pt x="0" y="868966"/>
                </a:cubicBezTo>
                <a:lnTo>
                  <a:pt x="0" y="40481"/>
                </a:lnTo>
                <a:cubicBezTo>
                  <a:pt x="0" y="18124"/>
                  <a:pt x="18126" y="0"/>
                  <a:pt x="40481" y="0"/>
                </a:cubicBezTo>
                <a:lnTo>
                  <a:pt x="2500122" y="0"/>
                </a:lnTo>
                <a:cubicBezTo>
                  <a:pt x="2522477" y="0"/>
                  <a:pt x="2540603" y="18124"/>
                  <a:pt x="2540603" y="40481"/>
                </a:cubicBezTo>
                <a:close/>
              </a:path>
            </a:pathLst>
          </a:custGeom>
          <a:solidFill>
            <a:schemeClr val="accent5"/>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12140" tIns="46990" rIns="179705" bIns="45720" numCol="1" spcCol="0" rtlCol="0" fromWordArt="0" anchor="ctr" anchorCtr="0" forceAA="0" compatLnSpc="1">
            <a:noAutofit/>
          </a:bodyPr>
          <a:p>
            <a:pPr lvl="0" algn="ctr">
              <a:lnSpc>
                <a:spcPct val="130000"/>
              </a:lnSpc>
              <a:buClrTx/>
              <a:buSzTx/>
              <a:buFontTx/>
            </a:pPr>
            <a:endParaRPr lang="zh-CN" altLang="en-US" sz="1600" kern="0" dirty="0">
              <a:ln>
                <a:noFill/>
                <a:prstDash val="sysDot"/>
              </a:ln>
              <a:solidFill>
                <a:srgbClr val="FFFFFF"/>
              </a:solidFill>
              <a:latin typeface="+mn-ea"/>
              <a:cs typeface="+mn-ea"/>
              <a:sym typeface="+mn-ea"/>
            </a:endParaRPr>
          </a:p>
        </p:txBody>
      </p:sp>
      <p:sp>
        <p:nvSpPr>
          <p:cNvPr id="5" name="文本框 4"/>
          <p:cNvSpPr txBox="1"/>
          <p:nvPr/>
        </p:nvSpPr>
        <p:spPr>
          <a:xfrm>
            <a:off x="714375" y="5877560"/>
            <a:ext cx="6096000" cy="410845"/>
          </a:xfrm>
          <a:prstGeom prst="rect">
            <a:avLst/>
          </a:prstGeom>
          <a:noFill/>
        </p:spPr>
        <p:txBody>
          <a:bodyPr wrap="square" rtlCol="0" anchor="t">
            <a:sp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据。</a:t>
            </a:r>
            <a:endParaRPr lang="zh-CN" altLang="en-US" sz="1600" kern="0" dirty="0">
              <a:ln>
                <a:noFill/>
                <a:prstDash val="sysDot"/>
              </a:ln>
              <a:solidFill>
                <a:srgbClr val="FFFFFF"/>
              </a:solidFill>
              <a:latin typeface="+mn-ea"/>
              <a:cs typeface="+mn-ea"/>
              <a:sym typeface="+mn-ea"/>
            </a:endParaRPr>
          </a:p>
        </p:txBody>
      </p:sp>
      <p:sp>
        <p:nvSpPr>
          <p:cNvPr id="6" name="文本框 5"/>
          <p:cNvSpPr txBox="1"/>
          <p:nvPr>
            <p:custDataLst>
              <p:tags r:id="rId15"/>
            </p:custDataLst>
          </p:nvPr>
        </p:nvSpPr>
        <p:spPr>
          <a:xfrm>
            <a:off x="1524000" y="6288405"/>
            <a:ext cx="6096000" cy="368300"/>
          </a:xfrm>
          <a:prstGeom prst="rect">
            <a:avLst/>
          </a:prstGeom>
          <a:noFill/>
        </p:spPr>
        <p:txBody>
          <a:bodyPr wrap="square" rtlCol="0" anchor="t">
            <a:spAutoFit/>
          </a:bodyPr>
          <a:p>
            <a:pPr lvl="0"/>
            <a:endParaRPr lang="zh-CN" altLang="en-US"/>
          </a:p>
        </p:txBody>
      </p:sp>
      <p:sp>
        <p:nvSpPr>
          <p:cNvPr id="7" name="文本框 6"/>
          <p:cNvSpPr txBox="1"/>
          <p:nvPr>
            <p:custDataLst>
              <p:tags r:id="rId16"/>
            </p:custDataLst>
          </p:nvPr>
        </p:nvSpPr>
        <p:spPr>
          <a:xfrm>
            <a:off x="6224270" y="6124575"/>
            <a:ext cx="6096000" cy="368300"/>
          </a:xfrm>
          <a:prstGeom prst="rect">
            <a:avLst/>
          </a:prstGeom>
          <a:noFill/>
        </p:spPr>
        <p:txBody>
          <a:bodyPr wrap="square" rtlCol="0" anchor="t">
            <a:spAutoFit/>
          </a:bodyPr>
          <a:p>
            <a:pPr lvl="0"/>
            <a:endParaRPr lang="zh-CN" altLang="en-US"/>
          </a:p>
        </p:txBody>
      </p:sp>
    </p:spTree>
    <p:custDataLst>
      <p:tags r:id="rId17"/>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sz="4000"/>
              <a:t>多代理协作系统</a:t>
            </a:r>
            <a:r>
              <a:rPr lang="en-US" altLang="zh-CN" sz="4000"/>
              <a:t> (Multi-Agent System)</a:t>
            </a:r>
            <a:endParaRPr lang="en-US" altLang="zh-CN" sz="4000"/>
          </a:p>
        </p:txBody>
      </p:sp>
      <p:sp>
        <p:nvSpPr>
          <p:cNvPr id="2" name="圆角矩形 15"/>
          <p:cNvSpPr/>
          <p:nvPr>
            <p:custDataLst>
              <p:tags r:id="rId2"/>
            </p:custDataLst>
          </p:nvPr>
        </p:nvSpPr>
        <p:spPr>
          <a:xfrm>
            <a:off x="701268" y="1463185"/>
            <a:ext cx="5320197" cy="834155"/>
          </a:xfrm>
          <a:prstGeom prst="roundRect">
            <a:avLst>
              <a:gd name="adj" fmla="val 22965"/>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规划器</a:t>
            </a:r>
            <a:r>
              <a:rPr lang="en-US" altLang="zh-CN" sz="1400" dirty="0">
                <a:solidFill>
                  <a:schemeClr val="tx1">
                    <a:lumMod val="85000"/>
                    <a:lumOff val="15000"/>
                  </a:schemeClr>
                </a:solidFill>
                <a:sym typeface="+mn-ea"/>
              </a:rPr>
              <a:t> (Planner):</a:t>
            </a:r>
            <a:r>
              <a:rPr lang="zh-CN" altLang="en-US" sz="1400" dirty="0">
                <a:solidFill>
                  <a:schemeClr val="tx1">
                    <a:lumMod val="85000"/>
                    <a:lumOff val="15000"/>
                  </a:schemeClr>
                </a:solidFill>
                <a:sym typeface="+mn-ea"/>
              </a:rPr>
              <a:t>分析研究目标</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创建结构化执行计划</a:t>
            </a:r>
            <a:endParaRPr lang="zh-CN" altLang="en-US" sz="1400" dirty="0">
              <a:solidFill>
                <a:schemeClr val="tx1">
                  <a:lumMod val="85000"/>
                  <a:lumOff val="15000"/>
                </a:schemeClr>
              </a:solidFill>
              <a:sym typeface="+mn-ea"/>
            </a:endParaRPr>
          </a:p>
        </p:txBody>
      </p:sp>
      <p:sp>
        <p:nvSpPr>
          <p:cNvPr id="57" name="圆角矩形 56"/>
          <p:cNvSpPr/>
          <p:nvPr>
            <p:custDataLst>
              <p:tags r:id="rId3"/>
            </p:custDataLst>
          </p:nvPr>
        </p:nvSpPr>
        <p:spPr>
          <a:xfrm>
            <a:off x="701268" y="2425476"/>
            <a:ext cx="5320197" cy="834155"/>
          </a:xfrm>
          <a:prstGeom prst="roundRect">
            <a:avLst>
              <a:gd name="adj" fmla="val 22965"/>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协调器</a:t>
            </a:r>
            <a:r>
              <a:rPr lang="en-US" altLang="zh-CN" sz="1400" dirty="0">
                <a:solidFill>
                  <a:schemeClr val="tx1">
                    <a:lumMod val="85000"/>
                    <a:lumOff val="15000"/>
                  </a:schemeClr>
                </a:solidFill>
                <a:sym typeface="+mn-ea"/>
              </a:rPr>
              <a:t> (Coordinator):</a:t>
            </a:r>
            <a:r>
              <a:rPr lang="zh-CN" altLang="en-US" sz="1400" dirty="0">
                <a:solidFill>
                  <a:schemeClr val="tx1">
                    <a:lumMod val="85000"/>
                    <a:lumOff val="15000"/>
                  </a:schemeClr>
                </a:solidFill>
                <a:sym typeface="+mn-ea"/>
              </a:rPr>
              <a:t>管理工作流生命周期</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启动和监控研究过程</a:t>
            </a:r>
            <a:endParaRPr lang="zh-CN" altLang="en-US" sz="1400" dirty="0">
              <a:solidFill>
                <a:schemeClr val="tx1">
                  <a:lumMod val="85000"/>
                  <a:lumOff val="15000"/>
                </a:schemeClr>
              </a:solidFill>
              <a:sym typeface="+mn-ea"/>
            </a:endParaRPr>
          </a:p>
        </p:txBody>
      </p:sp>
      <p:sp>
        <p:nvSpPr>
          <p:cNvPr id="60" name="圆角矩形 59"/>
          <p:cNvSpPr/>
          <p:nvPr>
            <p:custDataLst>
              <p:tags r:id="rId4"/>
            </p:custDataLst>
          </p:nvPr>
        </p:nvSpPr>
        <p:spPr>
          <a:xfrm>
            <a:off x="701268" y="3387768"/>
            <a:ext cx="5320197" cy="834155"/>
          </a:xfrm>
          <a:prstGeom prst="roundRect">
            <a:avLst>
              <a:gd name="adj" fmla="val 22965"/>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报告员</a:t>
            </a:r>
            <a:r>
              <a:rPr lang="en-US" altLang="zh-CN" sz="1400" dirty="0">
                <a:solidFill>
                  <a:schemeClr val="tx1">
                    <a:lumMod val="85000"/>
                    <a:lumOff val="15000"/>
                  </a:schemeClr>
                </a:solidFill>
                <a:sym typeface="+mn-ea"/>
              </a:rPr>
              <a:t> (Reporter):</a:t>
            </a:r>
            <a:r>
              <a:rPr lang="zh-CN" altLang="en-US" sz="1400" dirty="0">
                <a:solidFill>
                  <a:schemeClr val="tx1">
                    <a:lumMod val="85000"/>
                    <a:lumOff val="15000"/>
                  </a:schemeClr>
                </a:solidFill>
                <a:sym typeface="+mn-ea"/>
              </a:rPr>
              <a:t>汇总研究发现</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生成结构化研究报告</a:t>
            </a:r>
            <a:endParaRPr lang="zh-CN" altLang="en-US" sz="1400" dirty="0">
              <a:solidFill>
                <a:schemeClr val="tx1">
                  <a:lumMod val="85000"/>
                  <a:lumOff val="15000"/>
                </a:schemeClr>
              </a:solidFill>
              <a:sym typeface="+mn-ea"/>
            </a:endParaRPr>
          </a:p>
        </p:txBody>
      </p:sp>
      <p:sp>
        <p:nvSpPr>
          <p:cNvPr id="65" name="圆角矩形 64"/>
          <p:cNvSpPr/>
          <p:nvPr>
            <p:custDataLst>
              <p:tags r:id="rId5"/>
            </p:custDataLst>
          </p:nvPr>
        </p:nvSpPr>
        <p:spPr>
          <a:xfrm>
            <a:off x="701268" y="4350060"/>
            <a:ext cx="5320197" cy="834155"/>
          </a:xfrm>
          <a:prstGeom prst="roundRect">
            <a:avLst>
              <a:gd name="adj" fmla="val 22965"/>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数据分析师</a:t>
            </a:r>
            <a:r>
              <a:rPr lang="en-US" altLang="zh-CN" sz="1400" dirty="0">
                <a:solidFill>
                  <a:schemeClr val="tx1">
                    <a:lumMod val="85000"/>
                    <a:lumOff val="15000"/>
                  </a:schemeClr>
                </a:solidFill>
                <a:sym typeface="+mn-ea"/>
              </a:rPr>
              <a:t>(Data Analyst): </a:t>
            </a:r>
            <a:r>
              <a:rPr lang="zh-CN" altLang="en-US" sz="1400" dirty="0">
                <a:solidFill>
                  <a:schemeClr val="tx1">
                    <a:lumMod val="85000"/>
                    <a:lumOff val="15000"/>
                  </a:schemeClr>
                </a:solidFill>
                <a:sym typeface="+mn-ea"/>
              </a:rPr>
              <a:t>负责解读数据</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提供研究依据</a:t>
            </a:r>
            <a:endParaRPr lang="zh-CN" altLang="en-US" sz="1400" dirty="0">
              <a:solidFill>
                <a:schemeClr val="tx1">
                  <a:lumMod val="85000"/>
                  <a:lumOff val="15000"/>
                </a:schemeClr>
              </a:solidFill>
              <a:sym typeface="+mn-ea"/>
            </a:endParaRPr>
          </a:p>
        </p:txBody>
      </p:sp>
      <p:sp>
        <p:nvSpPr>
          <p:cNvPr id="68" name="圆角矩形 67"/>
          <p:cNvSpPr/>
          <p:nvPr>
            <p:custDataLst>
              <p:tags r:id="rId6"/>
            </p:custDataLst>
          </p:nvPr>
        </p:nvSpPr>
        <p:spPr>
          <a:xfrm>
            <a:off x="701040" y="5312410"/>
            <a:ext cx="5320665" cy="834390"/>
          </a:xfrm>
          <a:prstGeom prst="roundRect">
            <a:avLst>
              <a:gd name="adj" fmla="val 22965"/>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伦理审查师</a:t>
            </a:r>
            <a:r>
              <a:rPr lang="en-US" altLang="zh-CN" sz="1400" dirty="0">
                <a:solidFill>
                  <a:schemeClr val="tx1">
                    <a:lumMod val="85000"/>
                    <a:lumOff val="15000"/>
                  </a:schemeClr>
                </a:solidFill>
                <a:sym typeface="+mn-ea"/>
              </a:rPr>
              <a:t>(Ethics Reviewer): </a:t>
            </a:r>
            <a:r>
              <a:rPr lang="zh-CN" altLang="en-US" sz="1400" dirty="0">
                <a:solidFill>
                  <a:schemeClr val="tx1">
                    <a:lumMod val="85000"/>
                    <a:lumOff val="15000"/>
                  </a:schemeClr>
                </a:solidFill>
                <a:sym typeface="+mn-ea"/>
              </a:rPr>
              <a:t>专注伦理合规审查</a:t>
            </a:r>
            <a:endParaRPr lang="zh-CN" altLang="en-US" sz="1400" dirty="0">
              <a:solidFill>
                <a:schemeClr val="tx1">
                  <a:lumMod val="85000"/>
                  <a:lumOff val="15000"/>
                </a:schemeClr>
              </a:solidFill>
              <a:sym typeface="+mn-ea"/>
            </a:endParaRPr>
          </a:p>
        </p:txBody>
      </p:sp>
      <p:sp>
        <p:nvSpPr>
          <p:cNvPr id="71" name="圆角矩形 70"/>
          <p:cNvSpPr/>
          <p:nvPr>
            <p:custDataLst>
              <p:tags r:id="rId7"/>
            </p:custDataLst>
          </p:nvPr>
        </p:nvSpPr>
        <p:spPr>
          <a:xfrm>
            <a:off x="6170535" y="1463185"/>
            <a:ext cx="5320197" cy="834155"/>
          </a:xfrm>
          <a:prstGeom prst="roundRect">
            <a:avLst>
              <a:gd name="adj" fmla="val 22965"/>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研究员</a:t>
            </a:r>
            <a:r>
              <a:rPr lang="en-US" altLang="zh-CN" sz="1400" dirty="0">
                <a:solidFill>
                  <a:schemeClr val="tx1">
                    <a:lumMod val="85000"/>
                    <a:lumOff val="15000"/>
                  </a:schemeClr>
                </a:solidFill>
                <a:sym typeface="+mn-ea"/>
              </a:rPr>
              <a:t> (Researcher):</a:t>
            </a:r>
            <a:r>
              <a:rPr lang="zh-CN" altLang="en-US" sz="1400" dirty="0">
                <a:solidFill>
                  <a:schemeClr val="tx1">
                    <a:lumMod val="85000"/>
                    <a:lumOff val="15000"/>
                  </a:schemeClr>
                </a:solidFill>
                <a:sym typeface="+mn-ea"/>
              </a:rPr>
              <a:t>执行网络搜索、信息收集和资料整理</a:t>
            </a:r>
            <a:endParaRPr lang="zh-CN" altLang="en-US" sz="1400" dirty="0">
              <a:solidFill>
                <a:schemeClr val="tx1">
                  <a:lumMod val="85000"/>
                  <a:lumOff val="15000"/>
                </a:schemeClr>
              </a:solidFill>
              <a:sym typeface="+mn-ea"/>
            </a:endParaRPr>
          </a:p>
        </p:txBody>
      </p:sp>
      <p:sp>
        <p:nvSpPr>
          <p:cNvPr id="74" name="圆角矩形 73"/>
          <p:cNvSpPr/>
          <p:nvPr>
            <p:custDataLst>
              <p:tags r:id="rId8"/>
            </p:custDataLst>
          </p:nvPr>
        </p:nvSpPr>
        <p:spPr>
          <a:xfrm>
            <a:off x="6170535" y="2425476"/>
            <a:ext cx="5320197" cy="834155"/>
          </a:xfrm>
          <a:prstGeom prst="roundRect">
            <a:avLst>
              <a:gd name="adj" fmla="val 22965"/>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编码员</a:t>
            </a:r>
            <a:r>
              <a:rPr lang="en-US" altLang="zh-CN" sz="1400" dirty="0">
                <a:solidFill>
                  <a:schemeClr val="tx1">
                    <a:lumMod val="85000"/>
                    <a:lumOff val="15000"/>
                  </a:schemeClr>
                </a:solidFill>
                <a:sym typeface="+mn-ea"/>
              </a:rPr>
              <a:t> (Coder):</a:t>
            </a:r>
            <a:r>
              <a:rPr lang="zh-CN" altLang="en-US" sz="1400" dirty="0">
                <a:solidFill>
                  <a:schemeClr val="tx1">
                    <a:lumMod val="85000"/>
                    <a:lumOff val="15000"/>
                  </a:schemeClr>
                </a:solidFill>
                <a:sym typeface="+mn-ea"/>
              </a:rPr>
              <a:t>处理代码分析、执行和</a:t>
            </a:r>
            <a:r>
              <a:rPr lang="en-US" altLang="zh-CN" sz="1400" dirty="0">
                <a:solidFill>
                  <a:schemeClr val="tx1">
                    <a:lumMod val="85000"/>
                    <a:lumOff val="15000"/>
                  </a:schemeClr>
                </a:solidFill>
                <a:sym typeface="+mn-ea"/>
              </a:rPr>
              <a:t>Python</a:t>
            </a:r>
            <a:r>
              <a:rPr lang="zh-CN" altLang="en-US" sz="1400" dirty="0">
                <a:solidFill>
                  <a:schemeClr val="tx1">
                    <a:lumMod val="85000"/>
                    <a:lumOff val="15000"/>
                  </a:schemeClr>
                </a:solidFill>
                <a:sym typeface="+mn-ea"/>
              </a:rPr>
              <a:t>数据处理任务</a:t>
            </a:r>
            <a:endParaRPr lang="zh-CN" altLang="en-US" sz="1400" dirty="0">
              <a:solidFill>
                <a:schemeClr val="tx1">
                  <a:lumMod val="85000"/>
                  <a:lumOff val="15000"/>
                </a:schemeClr>
              </a:solidFill>
              <a:sym typeface="+mn-ea"/>
            </a:endParaRPr>
          </a:p>
        </p:txBody>
      </p:sp>
      <p:sp>
        <p:nvSpPr>
          <p:cNvPr id="77" name="圆角矩形 76"/>
          <p:cNvSpPr/>
          <p:nvPr>
            <p:custDataLst>
              <p:tags r:id="rId9"/>
            </p:custDataLst>
          </p:nvPr>
        </p:nvSpPr>
        <p:spPr>
          <a:xfrm>
            <a:off x="6170535" y="3387768"/>
            <a:ext cx="5320197" cy="834155"/>
          </a:xfrm>
          <a:prstGeom prst="roundRect">
            <a:avLst>
              <a:gd name="adj" fmla="val 22965"/>
            </a:avLst>
          </a:prstGeom>
          <a:solidFill>
            <a:schemeClr val="lt1">
              <a:lumMod val="100000"/>
              <a:alpha val="10000"/>
            </a:schemeClr>
          </a:solidFill>
          <a:ln>
            <a:gradFill>
              <a:gsLst>
                <a:gs pos="0">
                  <a:schemeClr val="accent6">
                    <a:alpha val="70000"/>
                  </a:schemeClr>
                </a:gs>
                <a:gs pos="100000">
                  <a:schemeClr val="accent6">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文献综述员</a:t>
            </a:r>
            <a:r>
              <a:rPr lang="en-US" altLang="zh-CN" sz="1400" dirty="0">
                <a:solidFill>
                  <a:schemeClr val="tx1">
                    <a:lumMod val="85000"/>
                    <a:lumOff val="15000"/>
                  </a:schemeClr>
                </a:solidFill>
                <a:sym typeface="+mn-ea"/>
              </a:rPr>
              <a:t>(Literature Reviewer): </a:t>
            </a:r>
            <a:r>
              <a:rPr lang="zh-CN" altLang="en-US" sz="1400" dirty="0">
                <a:solidFill>
                  <a:schemeClr val="tx1">
                    <a:lumMod val="85000"/>
                    <a:lumOff val="15000"/>
                  </a:schemeClr>
                </a:solidFill>
                <a:sym typeface="+mn-ea"/>
              </a:rPr>
              <a:t>专门负责学术文献的检索、筛选、分析和综述撰写</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支持多种学术数据库的查询和综合分析</a:t>
            </a:r>
            <a:endParaRPr lang="zh-CN" altLang="en-US" sz="1400" dirty="0">
              <a:solidFill>
                <a:schemeClr val="tx1">
                  <a:lumMod val="85000"/>
                  <a:lumOff val="15000"/>
                </a:schemeClr>
              </a:solidFill>
              <a:sym typeface="+mn-ea"/>
            </a:endParaRPr>
          </a:p>
        </p:txBody>
      </p:sp>
      <p:sp>
        <p:nvSpPr>
          <p:cNvPr id="80" name="圆角矩形 79"/>
          <p:cNvSpPr/>
          <p:nvPr>
            <p:custDataLst>
              <p:tags r:id="rId10"/>
            </p:custDataLst>
          </p:nvPr>
        </p:nvSpPr>
        <p:spPr>
          <a:xfrm>
            <a:off x="6170535" y="4350060"/>
            <a:ext cx="5320197" cy="834155"/>
          </a:xfrm>
          <a:prstGeom prst="roundRect">
            <a:avLst>
              <a:gd name="adj" fmla="val 22965"/>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实验设计师</a:t>
            </a:r>
            <a:r>
              <a:rPr lang="en-US" altLang="zh-CN" sz="1400" dirty="0">
                <a:solidFill>
                  <a:schemeClr val="tx1">
                    <a:lumMod val="85000"/>
                    <a:lumOff val="15000"/>
                  </a:schemeClr>
                </a:solidFill>
                <a:sym typeface="+mn-ea"/>
              </a:rPr>
              <a:t>(Experiment Designer): </a:t>
            </a:r>
            <a:r>
              <a:rPr lang="zh-CN" altLang="en-US" sz="1400" dirty="0">
                <a:solidFill>
                  <a:schemeClr val="tx1">
                    <a:lumMod val="85000"/>
                    <a:lumOff val="15000"/>
                  </a:schemeClr>
                </a:solidFill>
                <a:sym typeface="+mn-ea"/>
              </a:rPr>
              <a:t>负责实验整体规划与设计</a:t>
            </a:r>
            <a:endParaRPr lang="zh-CN" altLang="en-US" sz="1400" dirty="0">
              <a:solidFill>
                <a:schemeClr val="tx1">
                  <a:lumMod val="85000"/>
                  <a:lumOff val="15000"/>
                </a:schemeClr>
              </a:solidFill>
              <a:sym typeface="+mn-ea"/>
            </a:endParaRPr>
          </a:p>
        </p:txBody>
      </p:sp>
      <p:sp>
        <p:nvSpPr>
          <p:cNvPr id="3" name="椭圆 44"/>
          <p:cNvSpPr>
            <a:spLocks noChangeAspect="1"/>
          </p:cNvSpPr>
          <p:nvPr>
            <p:custDataLst>
              <p:tags r:id="rId11"/>
            </p:custDataLst>
          </p:nvPr>
        </p:nvSpPr>
        <p:spPr>
          <a:xfrm>
            <a:off x="859853" y="1662367"/>
            <a:ext cx="436425" cy="436425"/>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1</a:t>
            </a:r>
            <a:endParaRPr lang="en-US" altLang="zh-CN" sz="1600" dirty="0">
              <a:solidFill>
                <a:srgbClr val="FFFFFF"/>
              </a:solidFill>
              <a:sym typeface="+mn-ea"/>
            </a:endParaRPr>
          </a:p>
        </p:txBody>
      </p:sp>
      <p:sp>
        <p:nvSpPr>
          <p:cNvPr id="4" name="椭圆 2"/>
          <p:cNvSpPr>
            <a:spLocks noChangeAspect="1"/>
          </p:cNvSpPr>
          <p:nvPr>
            <p:custDataLst>
              <p:tags r:id="rId12"/>
            </p:custDataLst>
          </p:nvPr>
        </p:nvSpPr>
        <p:spPr>
          <a:xfrm>
            <a:off x="859853" y="2624659"/>
            <a:ext cx="436425" cy="436425"/>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3</a:t>
            </a:r>
            <a:endParaRPr lang="en-US" altLang="zh-CN" sz="1600" dirty="0">
              <a:solidFill>
                <a:srgbClr val="FFFFFF"/>
              </a:solidFill>
              <a:sym typeface="+mn-ea"/>
            </a:endParaRPr>
          </a:p>
        </p:txBody>
      </p:sp>
      <p:sp>
        <p:nvSpPr>
          <p:cNvPr id="5" name="椭圆 3"/>
          <p:cNvSpPr>
            <a:spLocks noChangeAspect="1"/>
          </p:cNvSpPr>
          <p:nvPr>
            <p:custDataLst>
              <p:tags r:id="rId13"/>
            </p:custDataLst>
          </p:nvPr>
        </p:nvSpPr>
        <p:spPr>
          <a:xfrm>
            <a:off x="859853" y="3586950"/>
            <a:ext cx="436425" cy="436425"/>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5</a:t>
            </a:r>
            <a:endParaRPr lang="en-US" altLang="zh-CN" sz="1600" dirty="0">
              <a:solidFill>
                <a:srgbClr val="FFFFFF"/>
              </a:solidFill>
              <a:sym typeface="+mn-ea"/>
            </a:endParaRPr>
          </a:p>
        </p:txBody>
      </p:sp>
      <p:sp>
        <p:nvSpPr>
          <p:cNvPr id="6" name="椭圆 4"/>
          <p:cNvSpPr>
            <a:spLocks noChangeAspect="1"/>
          </p:cNvSpPr>
          <p:nvPr>
            <p:custDataLst>
              <p:tags r:id="rId14"/>
            </p:custDataLst>
          </p:nvPr>
        </p:nvSpPr>
        <p:spPr>
          <a:xfrm>
            <a:off x="859853" y="4549242"/>
            <a:ext cx="436425" cy="436425"/>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7</a:t>
            </a:r>
            <a:endParaRPr lang="en-US" altLang="zh-CN" sz="1600" dirty="0">
              <a:solidFill>
                <a:srgbClr val="FFFFFF"/>
              </a:solidFill>
              <a:sym typeface="+mn-ea"/>
            </a:endParaRPr>
          </a:p>
        </p:txBody>
      </p:sp>
      <p:sp>
        <p:nvSpPr>
          <p:cNvPr id="7" name="椭圆 5"/>
          <p:cNvSpPr>
            <a:spLocks noChangeAspect="1"/>
          </p:cNvSpPr>
          <p:nvPr>
            <p:custDataLst>
              <p:tags r:id="rId15"/>
            </p:custDataLst>
          </p:nvPr>
        </p:nvSpPr>
        <p:spPr>
          <a:xfrm>
            <a:off x="859853" y="5511533"/>
            <a:ext cx="436425" cy="436425"/>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9</a:t>
            </a:r>
            <a:endParaRPr lang="en-US" altLang="zh-CN" sz="1600" dirty="0">
              <a:solidFill>
                <a:srgbClr val="FFFFFF"/>
              </a:solidFill>
              <a:sym typeface="+mn-ea"/>
            </a:endParaRPr>
          </a:p>
        </p:txBody>
      </p:sp>
      <p:sp>
        <p:nvSpPr>
          <p:cNvPr id="9" name="椭圆 8"/>
          <p:cNvSpPr>
            <a:spLocks noChangeAspect="1"/>
          </p:cNvSpPr>
          <p:nvPr>
            <p:custDataLst>
              <p:tags r:id="rId16"/>
            </p:custDataLst>
          </p:nvPr>
        </p:nvSpPr>
        <p:spPr>
          <a:xfrm>
            <a:off x="6329120" y="1662367"/>
            <a:ext cx="436425" cy="436425"/>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2</a:t>
            </a:r>
            <a:endParaRPr lang="en-US" altLang="zh-CN" sz="1600" dirty="0">
              <a:solidFill>
                <a:srgbClr val="FFFFFF"/>
              </a:solidFill>
              <a:sym typeface="+mn-ea"/>
            </a:endParaRPr>
          </a:p>
        </p:txBody>
      </p:sp>
      <p:sp>
        <p:nvSpPr>
          <p:cNvPr id="10" name="椭圆 9"/>
          <p:cNvSpPr>
            <a:spLocks noChangeAspect="1"/>
          </p:cNvSpPr>
          <p:nvPr>
            <p:custDataLst>
              <p:tags r:id="rId17"/>
            </p:custDataLst>
          </p:nvPr>
        </p:nvSpPr>
        <p:spPr>
          <a:xfrm>
            <a:off x="6329120" y="2624659"/>
            <a:ext cx="436425" cy="436425"/>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4</a:t>
            </a:r>
            <a:endParaRPr lang="en-US" altLang="zh-CN" sz="1600" dirty="0">
              <a:solidFill>
                <a:srgbClr val="FFFFFF"/>
              </a:solidFill>
              <a:sym typeface="+mn-ea"/>
            </a:endParaRPr>
          </a:p>
        </p:txBody>
      </p:sp>
      <p:sp>
        <p:nvSpPr>
          <p:cNvPr id="11" name="椭圆 10"/>
          <p:cNvSpPr>
            <a:spLocks noChangeAspect="1"/>
          </p:cNvSpPr>
          <p:nvPr>
            <p:custDataLst>
              <p:tags r:id="rId18"/>
            </p:custDataLst>
          </p:nvPr>
        </p:nvSpPr>
        <p:spPr>
          <a:xfrm>
            <a:off x="6329120" y="3586950"/>
            <a:ext cx="436425" cy="436425"/>
          </a:xfrm>
          <a:prstGeom prst="ellipse">
            <a:avLst/>
          </a:prstGeom>
          <a:gradFill>
            <a:gsLst>
              <a:gs pos="0">
                <a:schemeClr val="accent6">
                  <a:alpha val="100000"/>
                </a:schemeClr>
              </a:gs>
              <a:gs pos="100000">
                <a:schemeClr val="accent6">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6</a:t>
            </a:r>
            <a:endParaRPr lang="en-US" altLang="zh-CN" sz="1600" dirty="0">
              <a:solidFill>
                <a:srgbClr val="FFFFFF"/>
              </a:solidFill>
              <a:sym typeface="+mn-ea"/>
            </a:endParaRPr>
          </a:p>
        </p:txBody>
      </p:sp>
      <p:sp>
        <p:nvSpPr>
          <p:cNvPr id="12" name="椭圆 11"/>
          <p:cNvSpPr>
            <a:spLocks noChangeAspect="1"/>
          </p:cNvSpPr>
          <p:nvPr>
            <p:custDataLst>
              <p:tags r:id="rId19"/>
            </p:custDataLst>
          </p:nvPr>
        </p:nvSpPr>
        <p:spPr>
          <a:xfrm>
            <a:off x="6329120" y="4549242"/>
            <a:ext cx="436425" cy="436425"/>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8</a:t>
            </a:r>
            <a:endParaRPr lang="en-US" altLang="zh-CN" sz="1600" dirty="0">
              <a:solidFill>
                <a:srgbClr val="FFFFFF"/>
              </a:solidFill>
              <a:sym typeface="+mn-ea"/>
            </a:endParaRPr>
          </a:p>
        </p:txBody>
      </p:sp>
      <p:sp>
        <p:nvSpPr>
          <p:cNvPr id="215" name="文本框 214"/>
          <p:cNvSpPr txBox="1"/>
          <p:nvPr/>
        </p:nvSpPr>
        <p:spPr>
          <a:xfrm>
            <a:off x="6329045" y="5469890"/>
            <a:ext cx="5161915" cy="370840"/>
          </a:xfrm>
          <a:prstGeom prst="rect">
            <a:avLst/>
          </a:prstGeom>
          <a:noFill/>
        </p:spPr>
        <p:txBody>
          <a:bodyPr wrap="square" rtlCol="0" anchor="t">
            <a:spAutoFit/>
          </a:bodyPr>
          <a:p>
            <a:pPr indent="0" algn="ctr" fontAlgn="auto">
              <a:lnSpc>
                <a:spcPct val="130000"/>
              </a:lnSpc>
              <a:spcAft>
                <a:spcPts val="0"/>
              </a:spcAft>
            </a:pPr>
            <a:r>
              <a:rPr lang="zh-CN" altLang="en-US" sz="1400" dirty="0">
                <a:solidFill>
                  <a:schemeClr val="tx1">
                    <a:lumMod val="85000"/>
                    <a:lumOff val="15000"/>
                  </a:schemeClr>
                </a:solidFill>
                <a:sym typeface="+mn-ea"/>
              </a:rPr>
              <a:t>各代理通过</a:t>
            </a:r>
            <a:r>
              <a:rPr lang="en-US" altLang="zh-CN" sz="1400" dirty="0">
                <a:solidFill>
                  <a:schemeClr val="tx1">
                    <a:lumMod val="85000"/>
                    <a:lumOff val="15000"/>
                  </a:schemeClr>
                </a:solidFill>
                <a:sym typeface="+mn-ea"/>
              </a:rPr>
              <a:t>LangGraph</a:t>
            </a:r>
            <a:r>
              <a:rPr lang="zh-CN" altLang="en-US" sz="1400" dirty="0">
                <a:solidFill>
                  <a:schemeClr val="tx1">
                    <a:lumMod val="85000"/>
                    <a:lumOff val="15000"/>
                  </a:schemeClr>
                </a:solidFill>
                <a:sym typeface="+mn-ea"/>
              </a:rPr>
              <a:t>状态机协作</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支持并行执行和条件分支</a:t>
            </a:r>
            <a:endParaRPr lang="zh-CN" altLang="en-US" sz="1400" dirty="0">
              <a:solidFill>
                <a:schemeClr val="tx1">
                  <a:lumMod val="85000"/>
                  <a:lumOff val="15000"/>
                </a:schemeClr>
              </a:solidFill>
              <a:sym typeface="+mn-ea"/>
            </a:endParaRPr>
          </a:p>
        </p:txBody>
      </p:sp>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9"/>
          <p:cNvSpPr/>
          <p:nvPr>
            <p:custDataLst>
              <p:tags r:id="rId1"/>
            </p:custDataLst>
          </p:nvPr>
        </p:nvSpPr>
        <p:spPr>
          <a:xfrm rot="5400000" flipH="1">
            <a:off x="6382688" y="1156908"/>
            <a:ext cx="4682881" cy="5562310"/>
          </a:xfrm>
          <a:custGeom>
            <a:avLst/>
            <a:gdLst>
              <a:gd name="adj1" fmla="val 4467"/>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7375" h="8760">
                <a:moveTo>
                  <a:pt x="329" y="0"/>
                </a:moveTo>
                <a:lnTo>
                  <a:pt x="7046" y="0"/>
                </a:lnTo>
                <a:cubicBezTo>
                  <a:pt x="7228" y="0"/>
                  <a:pt x="7375" y="147"/>
                  <a:pt x="7375" y="329"/>
                </a:cubicBezTo>
                <a:lnTo>
                  <a:pt x="7375" y="8264"/>
                </a:lnTo>
                <a:lnTo>
                  <a:pt x="456" y="8264"/>
                </a:lnTo>
                <a:lnTo>
                  <a:pt x="456" y="8760"/>
                </a:lnTo>
                <a:lnTo>
                  <a:pt x="0" y="8760"/>
                </a:lnTo>
                <a:lnTo>
                  <a:pt x="0" y="329"/>
                </a:lnTo>
                <a:cubicBezTo>
                  <a:pt x="0" y="147"/>
                  <a:pt x="147" y="0"/>
                  <a:pt x="329" y="0"/>
                </a:cubicBezTo>
                <a:close/>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14" tIns="0" rIns="107944" numCol="1" spcCol="0" rtlCol="0" fromWordArt="0" anchor="ctr" anchorCtr="0" forceAA="0" compatLnSpc="1">
            <a:noAutofit/>
          </a:bodyPr>
          <a:lstStyle/>
          <a:p>
            <a:pPr lvl="0" algn="l">
              <a:lnSpc>
                <a:spcPct val="130000"/>
              </a:lnSpc>
              <a:spcAft>
                <a:spcPts val="0"/>
              </a:spcAft>
              <a:buClrTx/>
              <a:buSzTx/>
              <a:buFontTx/>
            </a:pPr>
            <a:r>
              <a:rPr lang="en-US" altLang="zh-CN" sz="1400" dirty="0">
                <a:solidFill>
                  <a:schemeClr val="tx1">
                    <a:lumMod val="85000"/>
                    <a:lumOff val="15000"/>
                  </a:schemeClr>
                </a:solidFill>
                <a:sym typeface="+mn-ea"/>
              </a:rPr>
              <a:t>   </a:t>
            </a:r>
            <a:endParaRPr lang="en-US" altLang="zh-CN" sz="1400" dirty="0">
              <a:solidFill>
                <a:schemeClr val="tx1">
                  <a:lumMod val="85000"/>
                  <a:lumOff val="15000"/>
                </a:schemeClr>
              </a:solidFill>
              <a:sym typeface="+mn-ea"/>
            </a:endParaRPr>
          </a:p>
        </p:txBody>
      </p:sp>
      <p:sp>
        <p:nvSpPr>
          <p:cNvPr id="21" name="任意多边形 20"/>
          <p:cNvSpPr/>
          <p:nvPr>
            <p:custDataLst>
              <p:tags r:id="rId2"/>
            </p:custDataLst>
          </p:nvPr>
        </p:nvSpPr>
        <p:spPr>
          <a:xfrm rot="16200000">
            <a:off x="1160085" y="885639"/>
            <a:ext cx="4648593" cy="5562310"/>
          </a:xfrm>
          <a:custGeom>
            <a:avLst/>
            <a:gdLst>
              <a:gd name="connsiteX0" fmla="*/ 0 w 7321"/>
              <a:gd name="connsiteY0" fmla="*/ 8760 h 8760"/>
              <a:gd name="connsiteX1" fmla="*/ 0 w 7321"/>
              <a:gd name="connsiteY1" fmla="*/ 329 h 8760"/>
              <a:gd name="connsiteX2" fmla="*/ 326 w 7321"/>
              <a:gd name="connsiteY2" fmla="*/ 0 h 8760"/>
              <a:gd name="connsiteX3" fmla="*/ 6980 w 7321"/>
              <a:gd name="connsiteY3" fmla="*/ 0 h 8760"/>
              <a:gd name="connsiteX4" fmla="*/ 7306 w 7321"/>
              <a:gd name="connsiteY4" fmla="*/ 329 h 8760"/>
              <a:gd name="connsiteX5" fmla="*/ 7321 w 7321"/>
              <a:gd name="connsiteY5" fmla="*/ 8745 h 8760"/>
              <a:gd name="connsiteX6" fmla="*/ 6916 w 7321"/>
              <a:gd name="connsiteY6" fmla="*/ 8747 h 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1" h="8760">
                <a:moveTo>
                  <a:pt x="0" y="8760"/>
                </a:moveTo>
                <a:lnTo>
                  <a:pt x="0" y="329"/>
                </a:lnTo>
                <a:cubicBezTo>
                  <a:pt x="0" y="147"/>
                  <a:pt x="146" y="0"/>
                  <a:pt x="326" y="0"/>
                </a:cubicBezTo>
                <a:lnTo>
                  <a:pt x="6980" y="0"/>
                </a:lnTo>
                <a:cubicBezTo>
                  <a:pt x="7160" y="0"/>
                  <a:pt x="7306" y="147"/>
                  <a:pt x="7306" y="329"/>
                </a:cubicBezTo>
                <a:lnTo>
                  <a:pt x="7321" y="8745"/>
                </a:lnTo>
                <a:cubicBezTo>
                  <a:pt x="7186" y="8745"/>
                  <a:pt x="7055" y="8750"/>
                  <a:pt x="6916" y="8747"/>
                </a:cubicBezTo>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14" tIns="0" rIns="107944" numCol="1" spcCol="0" rtlCol="0" fromWordArt="0" anchor="ctr" anchorCtr="0" forceAA="0" compatLnSpc="1">
            <a:noAutofit/>
          </a:bodyPr>
          <a:lstStyle/>
          <a:p>
            <a:pPr lvl="0" algn="l">
              <a:lnSpc>
                <a:spcPct val="130000"/>
              </a:lnSpc>
              <a:spcAft>
                <a:spcPts val="0"/>
              </a:spcAft>
              <a:buClrTx/>
              <a:buSzTx/>
              <a:buFontTx/>
            </a:pPr>
            <a:endParaRPr lang="en-US" altLang="zh-CN" sz="1400" dirty="0">
              <a:solidFill>
                <a:schemeClr val="tx1">
                  <a:lumMod val="85000"/>
                  <a:lumOff val="15000"/>
                </a:schemeClr>
              </a:solidFill>
              <a:sym typeface="+mn-ea"/>
            </a:endParaRPr>
          </a:p>
        </p:txBody>
      </p:sp>
      <p:sp>
        <p:nvSpPr>
          <p:cNvPr id="51" name="标题 50"/>
          <p:cNvSpPr>
            <a:spLocks noGrp="1"/>
          </p:cNvSpPr>
          <p:nvPr>
            <p:ph type="title"/>
            <p:custDataLst>
              <p:tags r:id="rId3"/>
            </p:custDataLst>
          </p:nvPr>
        </p:nvSpPr>
        <p:spPr/>
        <p:txBody>
          <a:bodyPr/>
          <a:lstStyle/>
          <a:p>
            <a:r>
              <a:rPr lang="zh-CN" altLang="en-US"/>
              <a:t>单击此处添加文档标题内容</a:t>
            </a:r>
            <a:endParaRPr lang="zh-CN" altLang="en-US"/>
          </a:p>
        </p:txBody>
      </p:sp>
      <p:sp>
        <p:nvSpPr>
          <p:cNvPr id="22" name="任意多边形 21"/>
          <p:cNvSpPr/>
          <p:nvPr>
            <p:custDataLst>
              <p:tags r:id="rId4"/>
            </p:custDataLst>
          </p:nvPr>
        </p:nvSpPr>
        <p:spPr>
          <a:xfrm>
            <a:off x="5943290" y="1596601"/>
            <a:ext cx="503529" cy="4682903"/>
          </a:xfrm>
          <a:custGeom>
            <a:avLst/>
            <a:gdLst/>
            <a:ahLst/>
            <a:cxnLst>
              <a:cxn ang="3">
                <a:pos x="hc" y="t"/>
              </a:cxn>
              <a:cxn ang="cd2">
                <a:pos x="l" y="vc"/>
              </a:cxn>
              <a:cxn ang="cd4">
                <a:pos x="hc" y="b"/>
              </a:cxn>
              <a:cxn ang="0">
                <a:pos x="r" y="vc"/>
              </a:cxn>
            </a:cxnLst>
            <a:rect l="l" t="t" r="r" b="b"/>
            <a:pathLst>
              <a:path w="793" h="7410">
                <a:moveTo>
                  <a:pt x="494" y="0"/>
                </a:moveTo>
                <a:lnTo>
                  <a:pt x="793" y="0"/>
                </a:lnTo>
                <a:lnTo>
                  <a:pt x="793" y="7410"/>
                </a:lnTo>
                <a:lnTo>
                  <a:pt x="0" y="7410"/>
                </a:lnTo>
                <a:lnTo>
                  <a:pt x="0" y="6949"/>
                </a:lnTo>
                <a:lnTo>
                  <a:pt x="494" y="6949"/>
                </a:lnTo>
                <a:lnTo>
                  <a:pt x="494" y="0"/>
                </a:lnTo>
                <a:close/>
              </a:path>
            </a:pathLst>
          </a:custGeom>
          <a:gradFill>
            <a:gsLst>
              <a:gs pos="0">
                <a:schemeClr val="accent1">
                  <a:lumMod val="50000"/>
                  <a:alpha val="32000"/>
                </a:schemeClr>
              </a:gs>
              <a:gs pos="83000">
                <a:schemeClr val="accent1">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0" name="直角三角形 19"/>
          <p:cNvSpPr/>
          <p:nvPr>
            <p:custDataLst>
              <p:tags r:id="rId5"/>
            </p:custDataLst>
          </p:nvPr>
        </p:nvSpPr>
        <p:spPr>
          <a:xfrm flipV="1">
            <a:off x="5945670" y="5988711"/>
            <a:ext cx="323198" cy="290815"/>
          </a:xfrm>
          <a:prstGeom prst="rtTriangle">
            <a:avLst/>
          </a:prstGeom>
          <a:solidFill>
            <a:schemeClr val="accent1">
              <a:alpha val="5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文本框 6"/>
          <p:cNvSpPr txBox="1"/>
          <p:nvPr>
            <p:custDataLst>
              <p:tags r:id="rId6"/>
            </p:custDataLst>
          </p:nvPr>
        </p:nvSpPr>
        <p:spPr>
          <a:xfrm>
            <a:off x="1849659" y="1853012"/>
            <a:ext cx="3989497" cy="73148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单击此处添加正文，文字是您思想的提炼，请言简意赅的阐述您的观点。</a:t>
            </a:r>
            <a:endParaRPr lang="zh-CN" altLang="en-US" sz="1400" kern="1300" dirty="0">
              <a:solidFill>
                <a:schemeClr val="tx1">
                  <a:lumMod val="85000"/>
                  <a:lumOff val="15000"/>
                </a:schemeClr>
              </a:solidFill>
              <a:uFillTx/>
              <a:sym typeface="+mn-ea"/>
            </a:endParaRPr>
          </a:p>
        </p:txBody>
      </p:sp>
      <p:sp>
        <p:nvSpPr>
          <p:cNvPr id="8" name="文本框 7"/>
          <p:cNvSpPr txBox="1"/>
          <p:nvPr>
            <p:custDataLst>
              <p:tags r:id="rId7"/>
            </p:custDataLst>
          </p:nvPr>
        </p:nvSpPr>
        <p:spPr>
          <a:xfrm>
            <a:off x="1212152" y="1958417"/>
            <a:ext cx="509878" cy="52067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01</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17" name="文本框 16"/>
          <p:cNvSpPr txBox="1"/>
          <p:nvPr>
            <p:custDataLst>
              <p:tags r:id="rId8"/>
            </p:custDataLst>
          </p:nvPr>
        </p:nvSpPr>
        <p:spPr>
          <a:xfrm>
            <a:off x="1849659" y="2792128"/>
            <a:ext cx="3989497" cy="73148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单击此处添加正文，文字是您思想的提炼，请言简意赅的阐述您的观点。</a:t>
            </a:r>
            <a:endParaRPr lang="zh-CN" altLang="en-US" sz="1400" kern="1300" dirty="0">
              <a:solidFill>
                <a:schemeClr val="tx1">
                  <a:lumMod val="85000"/>
                  <a:lumOff val="15000"/>
                </a:schemeClr>
              </a:solidFill>
              <a:uFillTx/>
              <a:sym typeface="+mn-ea"/>
            </a:endParaRPr>
          </a:p>
        </p:txBody>
      </p:sp>
      <p:sp>
        <p:nvSpPr>
          <p:cNvPr id="18" name="文本框 17"/>
          <p:cNvSpPr txBox="1"/>
          <p:nvPr>
            <p:custDataLst>
              <p:tags r:id="rId9"/>
            </p:custDataLst>
          </p:nvPr>
        </p:nvSpPr>
        <p:spPr>
          <a:xfrm>
            <a:off x="1212152" y="2897533"/>
            <a:ext cx="509878" cy="52067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02</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19" name="文本框 18"/>
          <p:cNvSpPr txBox="1"/>
          <p:nvPr>
            <p:custDataLst>
              <p:tags r:id="rId10"/>
            </p:custDataLst>
          </p:nvPr>
        </p:nvSpPr>
        <p:spPr>
          <a:xfrm>
            <a:off x="1849659" y="3731244"/>
            <a:ext cx="3989497" cy="73148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单击此处添加正文，文字是您思想的提炼，请言简意赅的阐述您的观点。</a:t>
            </a:r>
            <a:endParaRPr lang="zh-CN" altLang="en-US" sz="1400" kern="1300" dirty="0">
              <a:solidFill>
                <a:schemeClr val="tx1">
                  <a:lumMod val="85000"/>
                  <a:lumOff val="15000"/>
                </a:schemeClr>
              </a:solidFill>
              <a:uFillTx/>
              <a:sym typeface="+mn-ea"/>
            </a:endParaRPr>
          </a:p>
        </p:txBody>
      </p:sp>
      <p:sp>
        <p:nvSpPr>
          <p:cNvPr id="23" name="文本框 22"/>
          <p:cNvSpPr txBox="1"/>
          <p:nvPr>
            <p:custDataLst>
              <p:tags r:id="rId11"/>
            </p:custDataLst>
          </p:nvPr>
        </p:nvSpPr>
        <p:spPr>
          <a:xfrm>
            <a:off x="1212152" y="3836649"/>
            <a:ext cx="509878" cy="52067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03</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24" name="文本框 23"/>
          <p:cNvSpPr txBox="1"/>
          <p:nvPr>
            <p:custDataLst>
              <p:tags r:id="rId12"/>
            </p:custDataLst>
          </p:nvPr>
        </p:nvSpPr>
        <p:spPr>
          <a:xfrm>
            <a:off x="1849659" y="4670360"/>
            <a:ext cx="3989497" cy="73148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单击此处添加正文，文字是您思想的提炼，请言简意赅的阐述您的观点。</a:t>
            </a:r>
            <a:endParaRPr lang="zh-CN" altLang="en-US" sz="1400" kern="1300" dirty="0">
              <a:solidFill>
                <a:schemeClr val="tx1">
                  <a:lumMod val="85000"/>
                  <a:lumOff val="15000"/>
                </a:schemeClr>
              </a:solidFill>
              <a:uFillTx/>
              <a:sym typeface="+mn-ea"/>
            </a:endParaRPr>
          </a:p>
        </p:txBody>
      </p:sp>
      <p:sp>
        <p:nvSpPr>
          <p:cNvPr id="25" name="文本框 24"/>
          <p:cNvSpPr txBox="1"/>
          <p:nvPr>
            <p:custDataLst>
              <p:tags r:id="rId13"/>
            </p:custDataLst>
          </p:nvPr>
        </p:nvSpPr>
        <p:spPr>
          <a:xfrm>
            <a:off x="1212152" y="4775765"/>
            <a:ext cx="509878" cy="52067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04</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2" name="文本框 1"/>
          <p:cNvSpPr txBox="1"/>
          <p:nvPr>
            <p:custDataLst>
              <p:tags r:id="rId14"/>
            </p:custDataLst>
          </p:nvPr>
        </p:nvSpPr>
        <p:spPr>
          <a:xfrm>
            <a:off x="7192270" y="2440991"/>
            <a:ext cx="3989497" cy="73275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单击此处输入智能图形项正文，文字是您思想的提炼，请尽量言简意赅的阐述观点。</a:t>
            </a:r>
            <a:endParaRPr lang="zh-CN" altLang="en-US" sz="1400" kern="1300" dirty="0">
              <a:solidFill>
                <a:schemeClr val="tx1">
                  <a:lumMod val="85000"/>
                  <a:lumOff val="15000"/>
                </a:schemeClr>
              </a:solidFill>
              <a:uFillTx/>
              <a:sym typeface="+mn-ea"/>
            </a:endParaRPr>
          </a:p>
        </p:txBody>
      </p:sp>
      <p:sp>
        <p:nvSpPr>
          <p:cNvPr id="3" name="文本框 2"/>
          <p:cNvSpPr txBox="1"/>
          <p:nvPr>
            <p:custDataLst>
              <p:tags r:id="rId15"/>
            </p:custDataLst>
          </p:nvPr>
        </p:nvSpPr>
        <p:spPr>
          <a:xfrm>
            <a:off x="6429675" y="2601638"/>
            <a:ext cx="634967" cy="52575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05</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4" name="文本框 3"/>
          <p:cNvSpPr txBox="1"/>
          <p:nvPr>
            <p:custDataLst>
              <p:tags r:id="rId16"/>
            </p:custDataLst>
          </p:nvPr>
        </p:nvSpPr>
        <p:spPr>
          <a:xfrm>
            <a:off x="7192270" y="3601711"/>
            <a:ext cx="3989497" cy="73275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单击此处输入智能图形项正文，文字是您思想的提炼，请尽量言简意赅的阐述观点。</a:t>
            </a:r>
            <a:endParaRPr lang="zh-CN" altLang="en-US" sz="1400" kern="1300" dirty="0">
              <a:solidFill>
                <a:schemeClr val="tx1">
                  <a:lumMod val="85000"/>
                  <a:lumOff val="15000"/>
                </a:schemeClr>
              </a:solidFill>
              <a:uFillTx/>
              <a:sym typeface="+mn-ea"/>
            </a:endParaRPr>
          </a:p>
        </p:txBody>
      </p:sp>
      <p:sp>
        <p:nvSpPr>
          <p:cNvPr id="5" name="文本框 4"/>
          <p:cNvSpPr txBox="1"/>
          <p:nvPr>
            <p:custDataLst>
              <p:tags r:id="rId17"/>
            </p:custDataLst>
          </p:nvPr>
        </p:nvSpPr>
        <p:spPr>
          <a:xfrm>
            <a:off x="6429675" y="3752833"/>
            <a:ext cx="634967" cy="52575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06</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6" name="文本框 5"/>
          <p:cNvSpPr txBox="1"/>
          <p:nvPr>
            <p:custDataLst>
              <p:tags r:id="rId18"/>
            </p:custDataLst>
          </p:nvPr>
        </p:nvSpPr>
        <p:spPr>
          <a:xfrm>
            <a:off x="7186556" y="4762431"/>
            <a:ext cx="3989497" cy="732752"/>
          </a:xfrm>
          <a:prstGeom prst="rect">
            <a:avLst/>
          </a:prstGeom>
          <a:noFill/>
        </p:spPr>
        <p:txBody>
          <a:bodyPr wrap="square" lIns="0" tIns="0" rIns="0" bIns="0" rtlCol="0" anchor="ctr" anchorCtr="0">
            <a:noAutofit/>
          </a:bodyPr>
          <a:lstStyle/>
          <a:p>
            <a:pPr indent="0" algn="l" fontAlgn="ctr">
              <a:lnSpc>
                <a:spcPct val="150000"/>
              </a:lnSpc>
              <a:spcAft>
                <a:spcPts val="0"/>
              </a:spcAft>
            </a:pPr>
            <a:r>
              <a:rPr lang="zh-CN" altLang="en-US" sz="1400" kern="1300" dirty="0">
                <a:solidFill>
                  <a:schemeClr val="tx1">
                    <a:lumMod val="85000"/>
                    <a:lumOff val="15000"/>
                  </a:schemeClr>
                </a:solidFill>
                <a:uFillTx/>
                <a:sym typeface="+mn-ea"/>
              </a:rPr>
              <a:t>单击此处输入智能图形项正文，文字是您思想的提炼，请尽量言简意赅的阐述观点。</a:t>
            </a:r>
            <a:endParaRPr lang="zh-CN" altLang="en-US" sz="1400" kern="1300" dirty="0">
              <a:solidFill>
                <a:schemeClr val="tx1">
                  <a:lumMod val="85000"/>
                  <a:lumOff val="15000"/>
                </a:schemeClr>
              </a:solidFill>
              <a:uFillTx/>
              <a:sym typeface="+mn-ea"/>
            </a:endParaRPr>
          </a:p>
        </p:txBody>
      </p:sp>
      <p:sp>
        <p:nvSpPr>
          <p:cNvPr id="9" name="文本框 8"/>
          <p:cNvSpPr txBox="1"/>
          <p:nvPr>
            <p:custDataLst>
              <p:tags r:id="rId19"/>
            </p:custDataLst>
          </p:nvPr>
        </p:nvSpPr>
        <p:spPr>
          <a:xfrm>
            <a:off x="6423960" y="4913553"/>
            <a:ext cx="634967" cy="525753"/>
          </a:xfrm>
          <a:prstGeom prst="rect">
            <a:avLst/>
          </a:prstGeom>
          <a:noFill/>
        </p:spPr>
        <p:txBody>
          <a:bodyPr wrap="none" lIns="0" tIns="36193"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07</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Tree>
    <p:custDataLst>
      <p:tags r:id="rId2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工具集成系统</a:t>
            </a:r>
            <a:endParaRPr lang="zh-CN" altLang="en-US"/>
          </a:p>
        </p:txBody>
      </p:sp>
      <p:sp>
        <p:nvSpPr>
          <p:cNvPr id="2" name="椭圆 2"/>
          <p:cNvSpPr/>
          <p:nvPr>
            <p:custDataLst>
              <p:tags r:id="rId2"/>
            </p:custDataLst>
          </p:nvPr>
        </p:nvSpPr>
        <p:spPr>
          <a:xfrm>
            <a:off x="1359387" y="4131535"/>
            <a:ext cx="9366671" cy="1987625"/>
          </a:xfrm>
          <a:prstGeom prst="ellipse">
            <a:avLst/>
          </a:prstGeom>
          <a:noFill/>
          <a:ln w="19050">
            <a:gradFill>
              <a:gsLst>
                <a:gs pos="31000">
                  <a:srgbClr val="AFC6FF">
                    <a:alpha val="0"/>
                  </a:srgbClr>
                </a:gs>
                <a:gs pos="77000">
                  <a:schemeClr val="accent1">
                    <a:lumMod val="60000"/>
                    <a:lumOff val="40000"/>
                    <a:alpha val="7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lt1"/>
              </a:solidFill>
            </a:endParaRPr>
          </a:p>
        </p:txBody>
      </p:sp>
      <p:sp>
        <p:nvSpPr>
          <p:cNvPr id="4" name="椭圆 5"/>
          <p:cNvSpPr/>
          <p:nvPr>
            <p:custDataLst>
              <p:tags r:id="rId3"/>
            </p:custDataLst>
          </p:nvPr>
        </p:nvSpPr>
        <p:spPr>
          <a:xfrm>
            <a:off x="2403686" y="4131535"/>
            <a:ext cx="7277646" cy="1452264"/>
          </a:xfrm>
          <a:prstGeom prst="ellipse">
            <a:avLst/>
          </a:prstGeom>
          <a:noFill/>
          <a:ln w="53975">
            <a:gradFill>
              <a:gsLst>
                <a:gs pos="38000">
                  <a:srgbClr val="AFC6FF">
                    <a:alpha val="0"/>
                  </a:srgbClr>
                </a:gs>
                <a:gs pos="85000">
                  <a:schemeClr val="accent1">
                    <a:alpha val="65000"/>
                  </a:schemeClr>
                </a:gs>
              </a:gsLst>
              <a:lin ang="546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lt1"/>
              </a:solidFill>
            </a:endParaRPr>
          </a:p>
        </p:txBody>
      </p:sp>
      <p:sp>
        <p:nvSpPr>
          <p:cNvPr id="5" name="任意多边形 29"/>
          <p:cNvSpPr/>
          <p:nvPr>
            <p:custDataLst>
              <p:tags r:id="rId4"/>
            </p:custDataLst>
          </p:nvPr>
        </p:nvSpPr>
        <p:spPr>
          <a:xfrm>
            <a:off x="4881599" y="2120926"/>
            <a:ext cx="694337" cy="2458537"/>
          </a:xfrm>
          <a:custGeom>
            <a:avLst/>
            <a:gdLst>
              <a:gd name="connsiteX0" fmla="*/ 0 w 808"/>
              <a:gd name="connsiteY0" fmla="*/ 0 h 2861"/>
              <a:gd name="connsiteX1" fmla="*/ 808 w 808"/>
              <a:gd name="connsiteY1" fmla="*/ 159 h 2861"/>
              <a:gd name="connsiteX2" fmla="*/ 803 w 808"/>
              <a:gd name="connsiteY2" fmla="*/ 2623 h 2861"/>
              <a:gd name="connsiteX3" fmla="*/ 14 w 808"/>
              <a:gd name="connsiteY3" fmla="*/ 2861 h 2861"/>
              <a:gd name="connsiteX4" fmla="*/ 0 w 808"/>
              <a:gd name="connsiteY4" fmla="*/ 0 h 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 h="2861">
                <a:moveTo>
                  <a:pt x="0" y="0"/>
                </a:moveTo>
                <a:lnTo>
                  <a:pt x="808" y="159"/>
                </a:lnTo>
                <a:lnTo>
                  <a:pt x="803" y="2623"/>
                </a:lnTo>
                <a:lnTo>
                  <a:pt x="14" y="2861"/>
                </a:lnTo>
                <a:lnTo>
                  <a:pt x="0" y="0"/>
                </a:lnTo>
                <a:close/>
              </a:path>
            </a:pathLst>
          </a:custGeom>
          <a:gradFill>
            <a:gsLst>
              <a:gs pos="54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gradFill>
              <a:gsLst>
                <a:gs pos="32000">
                  <a:srgbClr val="F5F8FF"/>
                </a:gs>
                <a:gs pos="0">
                  <a:srgbClr val="A5BEFF"/>
                </a:gs>
                <a:gs pos="100000">
                  <a:srgbClr val="F5F8FF"/>
                </a:gs>
                <a:gs pos="71000">
                  <a:srgbClr val="C3D4FF"/>
                </a:gs>
              </a:gsLst>
              <a:lin ang="16200000" scaled="0"/>
            </a:gradFill>
          </a:ln>
          <a:effectLst>
            <a:outerShdw blurRad="254000" dist="152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b="1" dirty="0">
                <a:solidFill>
                  <a:srgbClr val="FFFFFF"/>
                </a:solidFill>
                <a:latin typeface="+mn-ea"/>
                <a:cs typeface="+mn-ea"/>
                <a:sym typeface="+mn-ea"/>
              </a:rPr>
              <a:t>01</a:t>
            </a:r>
            <a:endParaRPr lang="en-US" altLang="zh-CN" b="1" dirty="0">
              <a:solidFill>
                <a:srgbClr val="FFFFFF"/>
              </a:solidFill>
              <a:latin typeface="+mn-ea"/>
              <a:cs typeface="+mn-ea"/>
              <a:sym typeface="+mn-ea"/>
            </a:endParaRPr>
          </a:p>
        </p:txBody>
      </p:sp>
      <p:sp>
        <p:nvSpPr>
          <p:cNvPr id="9" name="任意多边形 30"/>
          <p:cNvSpPr/>
          <p:nvPr>
            <p:custDataLst>
              <p:tags r:id="rId5"/>
            </p:custDataLst>
          </p:nvPr>
        </p:nvSpPr>
        <p:spPr>
          <a:xfrm>
            <a:off x="6023544" y="1481158"/>
            <a:ext cx="1039786" cy="3719170"/>
          </a:xfrm>
          <a:custGeom>
            <a:avLst/>
            <a:gdLst>
              <a:gd name="connsiteX0" fmla="*/ 0 w 1283"/>
              <a:gd name="connsiteY0" fmla="*/ 0 h 4589"/>
              <a:gd name="connsiteX1" fmla="*/ 1243 w 1283"/>
              <a:gd name="connsiteY1" fmla="*/ 473 h 4589"/>
              <a:gd name="connsiteX2" fmla="*/ 1283 w 1283"/>
              <a:gd name="connsiteY2" fmla="*/ 4117 h 4589"/>
              <a:gd name="connsiteX3" fmla="*/ 0 w 1283"/>
              <a:gd name="connsiteY3" fmla="*/ 4589 h 4589"/>
              <a:gd name="connsiteX4" fmla="*/ 0 w 1283"/>
              <a:gd name="connsiteY4" fmla="*/ 0 h 4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 h="4589">
                <a:moveTo>
                  <a:pt x="0" y="0"/>
                </a:moveTo>
                <a:lnTo>
                  <a:pt x="1243" y="473"/>
                </a:lnTo>
                <a:lnTo>
                  <a:pt x="1283" y="4117"/>
                </a:lnTo>
                <a:lnTo>
                  <a:pt x="0" y="4589"/>
                </a:lnTo>
                <a:lnTo>
                  <a:pt x="0" y="0"/>
                </a:lnTo>
                <a:close/>
              </a:path>
            </a:pathLst>
          </a:custGeom>
          <a:gradFill>
            <a:gsLst>
              <a:gs pos="54000">
                <a:schemeClr val="accent2">
                  <a:alpha val="100000"/>
                </a:schemeClr>
              </a:gs>
              <a:gs pos="0">
                <a:schemeClr val="accent2">
                  <a:lumMod val="60000"/>
                  <a:lumOff val="40000"/>
                  <a:alpha val="100000"/>
                </a:schemeClr>
              </a:gs>
              <a:gs pos="100000">
                <a:schemeClr val="accent2">
                  <a:lumMod val="60000"/>
                  <a:lumOff val="40000"/>
                  <a:alpha val="100000"/>
                </a:schemeClr>
              </a:gs>
            </a:gsLst>
            <a:lin ang="5400000" scaled="0"/>
          </a:gradFill>
          <a:ln>
            <a:gradFill>
              <a:gsLst>
                <a:gs pos="32000">
                  <a:srgbClr val="F5F8FF"/>
                </a:gs>
                <a:gs pos="0">
                  <a:schemeClr val="accent2">
                    <a:lumMod val="20000"/>
                    <a:lumOff val="80000"/>
                    <a:alpha val="100000"/>
                  </a:schemeClr>
                </a:gs>
                <a:gs pos="100000">
                  <a:srgbClr val="F5F8FF"/>
                </a:gs>
                <a:gs pos="71000">
                  <a:schemeClr val="accent2">
                    <a:lumMod val="20000"/>
                    <a:lumOff val="80000"/>
                    <a:alpha val="100000"/>
                  </a:schemeClr>
                </a:gs>
              </a:gsLst>
              <a:lin ang="16200000" scaled="1"/>
            </a:gradFill>
          </a:ln>
          <a:effectLst>
            <a:outerShdw blurRad="254000" dist="1524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b="1" dirty="0">
                <a:solidFill>
                  <a:srgbClr val="FFFFFF"/>
                </a:solidFill>
                <a:latin typeface="+mn-ea"/>
                <a:cs typeface="+mn-ea"/>
                <a:sym typeface="+mn-ea"/>
              </a:rPr>
              <a:t>02</a:t>
            </a:r>
            <a:endParaRPr lang="en-US" altLang="zh-CN" b="1" dirty="0">
              <a:solidFill>
                <a:srgbClr val="FFFFFF"/>
              </a:solidFill>
              <a:latin typeface="+mn-ea"/>
              <a:cs typeface="+mn-ea"/>
              <a:sym typeface="+mn-ea"/>
            </a:endParaRPr>
          </a:p>
        </p:txBody>
      </p:sp>
      <p:sp>
        <p:nvSpPr>
          <p:cNvPr id="15" name="任意多边形 15"/>
          <p:cNvSpPr/>
          <p:nvPr>
            <p:custDataLst>
              <p:tags r:id="rId6"/>
            </p:custDataLst>
          </p:nvPr>
        </p:nvSpPr>
        <p:spPr>
          <a:xfrm>
            <a:off x="709473" y="2151995"/>
            <a:ext cx="3877921" cy="386778"/>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chemeClr val="accent1">
                    <a:alpha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schemeClr val="lt1"/>
              </a:solidFill>
              <a:sym typeface="+mn-ea"/>
            </a:endParaRPr>
          </a:p>
        </p:txBody>
      </p:sp>
      <p:sp>
        <p:nvSpPr>
          <p:cNvPr id="20" name="任意多边形 18"/>
          <p:cNvSpPr/>
          <p:nvPr>
            <p:custDataLst>
              <p:tags r:id="rId7"/>
            </p:custDataLst>
          </p:nvPr>
        </p:nvSpPr>
        <p:spPr>
          <a:xfrm>
            <a:off x="7289131" y="1869837"/>
            <a:ext cx="4204463" cy="1027814"/>
          </a:xfrm>
          <a:custGeom>
            <a:avLst/>
            <a:gdLst>
              <a:gd name="connisteX0" fmla="*/ 0 w 3169285"/>
              <a:gd name="connsiteY0" fmla="*/ 759460 h 759460"/>
              <a:gd name="connisteX1" fmla="*/ 451485 w 3169285"/>
              <a:gd name="connsiteY1" fmla="*/ 0 h 759460"/>
              <a:gd name="connisteX2" fmla="*/ 3169285 w 3169285"/>
              <a:gd name="connsiteY2" fmla="*/ 0 h 759460"/>
            </a:gdLst>
            <a:ahLst/>
            <a:cxnLst>
              <a:cxn ang="0">
                <a:pos x="connisteX0" y="connsiteY0"/>
              </a:cxn>
              <a:cxn ang="0">
                <a:pos x="connisteX1" y="connsiteY1"/>
              </a:cxn>
              <a:cxn ang="0">
                <a:pos x="connisteX2" y="connsiteY2"/>
              </a:cxn>
            </a:cxnLst>
            <a:rect l="l" t="t" r="r" b="b"/>
            <a:pathLst>
              <a:path w="3169285" h="759460">
                <a:moveTo>
                  <a:pt x="0" y="759460"/>
                </a:moveTo>
                <a:lnTo>
                  <a:pt x="451485" y="0"/>
                </a:lnTo>
                <a:lnTo>
                  <a:pt x="3169285" y="0"/>
                </a:lnTo>
              </a:path>
            </a:pathLst>
          </a:custGeom>
          <a:noFill/>
          <a:ln>
            <a:gradFill>
              <a:gsLst>
                <a:gs pos="0">
                  <a:schemeClr val="accent2">
                    <a:alpha val="100000"/>
                  </a:scheme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schemeClr val="lt1"/>
              </a:solidFill>
              <a:sym typeface="+mn-ea"/>
            </a:endParaRPr>
          </a:p>
        </p:txBody>
      </p:sp>
      <p:sp>
        <p:nvSpPr>
          <p:cNvPr id="21" name="矩形 6"/>
          <p:cNvSpPr/>
          <p:nvPr>
            <p:custDataLst>
              <p:tags r:id="rId8"/>
            </p:custDataLst>
          </p:nvPr>
        </p:nvSpPr>
        <p:spPr>
          <a:xfrm>
            <a:off x="8016400" y="1949729"/>
            <a:ext cx="3464513" cy="2614236"/>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a:t>
            </a:r>
            <a:r>
              <a:rPr lang="en-US" altLang="zh-CN" sz="1600" kern="0" dirty="0">
                <a:ln>
                  <a:noFill/>
                  <a:prstDash val="sysDot"/>
                </a:ln>
                <a:solidFill>
                  <a:schemeClr val="tx1">
                    <a:lumMod val="85000"/>
                    <a:lumOff val="15000"/>
                  </a:schemeClr>
                </a:solidFill>
                <a:latin typeface="+mn-ea"/>
                <a:sym typeface="+mn-ea"/>
              </a:rPr>
              <a:t> Jina/ReadabiliPy - </a:t>
            </a:r>
            <a:r>
              <a:rPr lang="zh-CN" altLang="en-US" sz="1600" kern="0" dirty="0">
                <a:ln>
                  <a:noFill/>
                  <a:prstDash val="sysDot"/>
                </a:ln>
                <a:solidFill>
                  <a:schemeClr val="tx1">
                    <a:lumMod val="85000"/>
                    <a:lumOff val="15000"/>
                  </a:schemeClr>
                </a:solidFill>
                <a:latin typeface="+mn-ea"/>
                <a:sym typeface="+mn-ea"/>
              </a:rPr>
              <a:t>网页内容提取</a:t>
            </a:r>
            <a:endParaRPr lang="en-US" altLang="zh-CN" sz="1600" kern="0" dirty="0">
              <a:ln>
                <a:noFill/>
                <a:prstDash val="sysDot"/>
              </a:ln>
              <a:solidFill>
                <a:schemeClr val="tx1">
                  <a:lumMod val="85000"/>
                  <a:lumOff val="15000"/>
                </a:schemeClr>
              </a:solidFill>
              <a:latin typeface="+mn-ea"/>
              <a:sym typeface="+mn-ea"/>
            </a:endParaRPr>
          </a:p>
          <a:p>
            <a:pPr>
              <a:lnSpc>
                <a:spcPct val="130000"/>
              </a:lnSpc>
              <a:spcBef>
                <a:spcPct val="0"/>
              </a:spcBef>
              <a:spcAft>
                <a:spcPct val="0"/>
              </a:spcAft>
            </a:pPr>
            <a:r>
              <a:rPr lang="zh-CN" altLang="zh-CN" sz="1600" kern="0" dirty="0">
                <a:ln>
                  <a:noFill/>
                  <a:prstDash val="sysDot"/>
                </a:ln>
                <a:solidFill>
                  <a:schemeClr val="tx1">
                    <a:lumMod val="85000"/>
                    <a:lumOff val="15000"/>
                  </a:schemeClr>
                </a:solidFill>
                <a:latin typeface="+mn-ea"/>
                <a:sym typeface="+mn-ea"/>
              </a:rPr>
              <a:t>●</a:t>
            </a:r>
            <a:r>
              <a:rPr lang="en-US" altLang="zh-CN" sz="1600" kern="0" dirty="0">
                <a:ln>
                  <a:noFill/>
                  <a:prstDash val="sysDot"/>
                </a:ln>
                <a:solidFill>
                  <a:schemeClr val="tx1">
                    <a:lumMod val="85000"/>
                    <a:lumOff val="15000"/>
                  </a:schemeClr>
                </a:solidFill>
                <a:latin typeface="+mn-ea"/>
                <a:sym typeface="+mn-ea"/>
              </a:rPr>
              <a:t> Python REPL - </a:t>
            </a:r>
            <a:r>
              <a:rPr lang="zh-CN" altLang="en-US" sz="1600" kern="0" dirty="0">
                <a:ln>
                  <a:noFill/>
                  <a:prstDash val="sysDot"/>
                </a:ln>
                <a:solidFill>
                  <a:schemeClr val="tx1">
                    <a:lumMod val="85000"/>
                    <a:lumOff val="15000"/>
                  </a:schemeClr>
                </a:solidFill>
                <a:latin typeface="+mn-ea"/>
                <a:sym typeface="+mn-ea"/>
              </a:rPr>
              <a:t>代码执行环境</a:t>
            </a:r>
            <a:endParaRPr lang="en-US" altLang="zh-CN" sz="1600" kern="0" dirty="0">
              <a:ln>
                <a:noFill/>
                <a:prstDash val="sysDot"/>
              </a:ln>
              <a:solidFill>
                <a:schemeClr val="tx1">
                  <a:lumMod val="85000"/>
                  <a:lumOff val="15000"/>
                </a:schemeClr>
              </a:solidFill>
              <a:latin typeface="+mn-ea"/>
              <a:sym typeface="+mn-ea"/>
            </a:endParaRPr>
          </a:p>
          <a:p>
            <a:pPr>
              <a:lnSpc>
                <a:spcPct val="130000"/>
              </a:lnSpc>
              <a:spcBef>
                <a:spcPct val="0"/>
              </a:spcBef>
              <a:spcAft>
                <a:spcPct val="0"/>
              </a:spcAft>
            </a:pPr>
            <a:r>
              <a:rPr lang="zh-CN" altLang="zh-CN" sz="1600" kern="0" dirty="0">
                <a:ln>
                  <a:noFill/>
                  <a:prstDash val="sysDot"/>
                </a:ln>
                <a:solidFill>
                  <a:schemeClr val="tx1">
                    <a:lumMod val="85000"/>
                    <a:lumOff val="15000"/>
                  </a:schemeClr>
                </a:solidFill>
                <a:latin typeface="+mn-ea"/>
                <a:sym typeface="+mn-ea"/>
              </a:rPr>
              <a:t>●</a:t>
            </a:r>
            <a:r>
              <a:rPr lang="en-US" altLang="zh-CN" sz="1600" kern="0" dirty="0">
                <a:ln>
                  <a:noFill/>
                  <a:prstDash val="sysDot"/>
                </a:ln>
                <a:solidFill>
                  <a:schemeClr val="tx1">
                    <a:lumMod val="85000"/>
                    <a:lumOff val="15000"/>
                  </a:schemeClr>
                </a:solidFill>
                <a:latin typeface="+mn-ea"/>
                <a:sym typeface="+mn-ea"/>
              </a:rPr>
              <a:t> MCP</a:t>
            </a:r>
            <a:r>
              <a:rPr lang="zh-CN" altLang="en-US" sz="1600" kern="0" dirty="0">
                <a:ln>
                  <a:noFill/>
                  <a:prstDash val="sysDot"/>
                </a:ln>
                <a:solidFill>
                  <a:schemeClr val="tx1">
                    <a:lumMod val="85000"/>
                    <a:lumOff val="15000"/>
                  </a:schemeClr>
                </a:solidFill>
                <a:latin typeface="+mn-ea"/>
                <a:sym typeface="+mn-ea"/>
              </a:rPr>
              <a:t>协议</a:t>
            </a:r>
            <a:r>
              <a:rPr lang="en-US" altLang="zh-CN" sz="1600" kern="0" dirty="0">
                <a:ln>
                  <a:noFill/>
                  <a:prstDash val="sysDot"/>
                </a:ln>
                <a:solidFill>
                  <a:schemeClr val="tx1">
                    <a:lumMod val="85000"/>
                    <a:lumOff val="15000"/>
                  </a:schemeClr>
                </a:solidFill>
                <a:latin typeface="+mn-ea"/>
                <a:sym typeface="+mn-ea"/>
              </a:rPr>
              <a:t> - </a:t>
            </a:r>
            <a:r>
              <a:rPr lang="zh-CN" altLang="en-US" sz="1600" kern="0" dirty="0">
                <a:ln>
                  <a:noFill/>
                  <a:prstDash val="sysDot"/>
                </a:ln>
                <a:solidFill>
                  <a:schemeClr val="tx1">
                    <a:lumMod val="85000"/>
                    <a:lumOff val="15000"/>
                  </a:schemeClr>
                </a:solidFill>
                <a:latin typeface="+mn-ea"/>
                <a:sym typeface="+mn-ea"/>
              </a:rPr>
              <a:t>外部工具集成</a:t>
            </a:r>
            <a:endParaRPr lang="en-US" altLang="zh-CN" sz="1600" kern="0" dirty="0">
              <a:ln>
                <a:noFill/>
                <a:prstDash val="sysDot"/>
              </a:ln>
              <a:solidFill>
                <a:schemeClr val="tx1">
                  <a:lumMod val="85000"/>
                  <a:lumOff val="15000"/>
                </a:schemeClr>
              </a:solidFill>
              <a:latin typeface="+mn-ea"/>
              <a:sym typeface="+mn-ea"/>
            </a:endParaRPr>
          </a:p>
          <a:p>
            <a:pPr>
              <a:lnSpc>
                <a:spcPct val="130000"/>
              </a:lnSpc>
              <a:spcBef>
                <a:spcPct val="0"/>
              </a:spcBef>
              <a:spcAft>
                <a:spcPct val="0"/>
              </a:spcAft>
            </a:pPr>
            <a:r>
              <a:rPr lang="zh-CN" altLang="zh-CN" sz="1600" kern="0" dirty="0">
                <a:ln>
                  <a:noFill/>
                  <a:prstDash val="sysDot"/>
                </a:ln>
                <a:solidFill>
                  <a:schemeClr val="tx1">
                    <a:lumMod val="85000"/>
                    <a:lumOff val="15000"/>
                  </a:schemeClr>
                </a:solidFill>
                <a:latin typeface="+mn-ea"/>
                <a:sym typeface="+mn-ea"/>
              </a:rPr>
              <a:t>●</a:t>
            </a:r>
            <a:r>
              <a:rPr lang="en-US" altLang="zh-CN" sz="1600" kern="0" dirty="0">
                <a:ln>
                  <a:noFill/>
                  <a:prstDash val="sysDot"/>
                </a:ln>
                <a:solidFill>
                  <a:schemeClr val="tx1">
                    <a:lumMod val="85000"/>
                    <a:lumOff val="15000"/>
                  </a:schemeClr>
                </a:solidFill>
                <a:latin typeface="+mn-ea"/>
                <a:sym typeface="+mn-ea"/>
              </a:rPr>
              <a:t> Volcengine TTS - </a:t>
            </a:r>
            <a:r>
              <a:rPr lang="zh-CN" altLang="en-US" sz="1600" kern="0" dirty="0">
                <a:ln>
                  <a:noFill/>
                  <a:prstDash val="sysDot"/>
                </a:ln>
                <a:solidFill>
                  <a:schemeClr val="tx1">
                    <a:lumMod val="85000"/>
                    <a:lumOff val="15000"/>
                  </a:schemeClr>
                </a:solidFill>
                <a:latin typeface="+mn-ea"/>
                <a:sym typeface="+mn-ea"/>
              </a:rPr>
              <a:t>语音合成</a:t>
            </a:r>
            <a:endParaRPr lang="zh-CN" altLang="en-US" sz="1600" kern="0" dirty="0">
              <a:ln>
                <a:noFill/>
                <a:prstDash val="sysDot"/>
              </a:ln>
              <a:solidFill>
                <a:schemeClr val="tx1">
                  <a:lumMod val="85000"/>
                  <a:lumOff val="15000"/>
                </a:schemeClr>
              </a:solidFill>
              <a:latin typeface="+mn-ea"/>
              <a:sym typeface="+mn-ea"/>
            </a:endParaRPr>
          </a:p>
        </p:txBody>
      </p:sp>
      <p:sp>
        <p:nvSpPr>
          <p:cNvPr id="22" name="矩形 7"/>
          <p:cNvSpPr/>
          <p:nvPr>
            <p:custDataLst>
              <p:tags r:id="rId9"/>
            </p:custDataLst>
          </p:nvPr>
        </p:nvSpPr>
        <p:spPr>
          <a:xfrm>
            <a:off x="8016400" y="1233239"/>
            <a:ext cx="3247030" cy="55417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2"/>
                </a:solidFill>
                <a:latin typeface="+mn-ea"/>
                <a:cs typeface="+mn-ea"/>
              </a:rPr>
              <a:t>其他工具</a:t>
            </a:r>
            <a:endParaRPr lang="zh-CN" altLang="en-US" sz="2000" b="1" dirty="0">
              <a:solidFill>
                <a:schemeClr val="accent2"/>
              </a:solidFill>
              <a:latin typeface="+mn-ea"/>
              <a:cs typeface="+mn-ea"/>
            </a:endParaRPr>
          </a:p>
        </p:txBody>
      </p:sp>
      <p:sp>
        <p:nvSpPr>
          <p:cNvPr id="25" name="矩形 9"/>
          <p:cNvSpPr/>
          <p:nvPr>
            <p:custDataLst>
              <p:tags r:id="rId10"/>
            </p:custDataLst>
          </p:nvPr>
        </p:nvSpPr>
        <p:spPr>
          <a:xfrm>
            <a:off x="710108" y="2216035"/>
            <a:ext cx="3421397" cy="2333981"/>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 Tavily Search - AI</a:t>
            </a:r>
            <a:r>
              <a:rPr lang="zh-CN" altLang="en-US" sz="1600" dirty="0">
                <a:ln>
                  <a:noFill/>
                  <a:prstDash val="sysDot"/>
                </a:ln>
                <a:solidFill>
                  <a:schemeClr val="tx1">
                    <a:lumMod val="85000"/>
                    <a:lumOff val="15000"/>
                  </a:schemeClr>
                </a:solidFill>
                <a:latin typeface="+mn-ea"/>
                <a:cs typeface="+mn-ea"/>
              </a:rPr>
              <a:t>专用搜索</a:t>
            </a:r>
            <a:r>
              <a:rPr lang="en-US" altLang="zh-CN" sz="1600" dirty="0">
                <a:ln>
                  <a:noFill/>
                  <a:prstDash val="sysDot"/>
                </a:ln>
                <a:solidFill>
                  <a:schemeClr val="tx1">
                    <a:lumMod val="85000"/>
                    <a:lumOff val="15000"/>
                  </a:schemeClr>
                </a:solidFill>
                <a:latin typeface="+mn-ea"/>
                <a:cs typeface="+mn-ea"/>
              </a:rPr>
              <a:t>API</a:t>
            </a:r>
            <a:endParaRPr lang="en-US" altLang="zh-CN" sz="1600" dirty="0">
              <a:ln>
                <a:noFill/>
                <a:prstDash val="sysDot"/>
              </a:ln>
              <a:solidFill>
                <a:schemeClr val="tx1">
                  <a:lumMod val="85000"/>
                  <a:lumOff val="15000"/>
                </a:schemeClr>
              </a:solidFill>
              <a:latin typeface="+mn-ea"/>
              <a:cs typeface="+mn-ea"/>
            </a:endParaRPr>
          </a:p>
          <a:p>
            <a:pPr algn="r">
              <a:lnSpc>
                <a:spcPct val="130000"/>
              </a:lnSpc>
              <a:spcBef>
                <a:spcPct val="0"/>
              </a:spcBef>
              <a:spcAft>
                <a:spcPct val="0"/>
              </a:spcAft>
            </a:pPr>
            <a:r>
              <a:rPr lang="zh-CN" altLang="zh-CN"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 DuckDuckGo - </a:t>
            </a:r>
            <a:r>
              <a:rPr lang="zh-CN" altLang="en-US" sz="1600" dirty="0">
                <a:ln>
                  <a:noFill/>
                  <a:prstDash val="sysDot"/>
                </a:ln>
                <a:solidFill>
                  <a:schemeClr val="tx1">
                    <a:lumMod val="85000"/>
                    <a:lumOff val="15000"/>
                  </a:schemeClr>
                </a:solidFill>
                <a:latin typeface="+mn-ea"/>
                <a:cs typeface="+mn-ea"/>
              </a:rPr>
              <a:t>隐私搜索引擎</a:t>
            </a:r>
            <a:endParaRPr lang="en-US" altLang="zh-CN" sz="1600" dirty="0">
              <a:ln>
                <a:noFill/>
                <a:prstDash val="sysDot"/>
              </a:ln>
              <a:solidFill>
                <a:schemeClr val="tx1">
                  <a:lumMod val="85000"/>
                  <a:lumOff val="15000"/>
                </a:schemeClr>
              </a:solidFill>
              <a:latin typeface="+mn-ea"/>
              <a:cs typeface="+mn-ea"/>
            </a:endParaRPr>
          </a:p>
          <a:p>
            <a:pPr algn="r">
              <a:lnSpc>
                <a:spcPct val="130000"/>
              </a:lnSpc>
              <a:spcBef>
                <a:spcPct val="0"/>
              </a:spcBef>
              <a:spcAft>
                <a:spcPct val="0"/>
              </a:spcAft>
            </a:pPr>
            <a:r>
              <a:rPr lang="zh-CN" altLang="zh-CN"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 Brave Search - </a:t>
            </a:r>
            <a:r>
              <a:rPr lang="zh-CN" altLang="en-US" sz="1600" dirty="0">
                <a:ln>
                  <a:noFill/>
                  <a:prstDash val="sysDot"/>
                </a:ln>
                <a:solidFill>
                  <a:schemeClr val="tx1">
                    <a:lumMod val="85000"/>
                    <a:lumOff val="15000"/>
                  </a:schemeClr>
                </a:solidFill>
                <a:latin typeface="+mn-ea"/>
                <a:cs typeface="+mn-ea"/>
              </a:rPr>
              <a:t>高级搜索功能</a:t>
            </a:r>
            <a:endParaRPr lang="en-US" altLang="zh-CN" sz="1600" dirty="0">
              <a:ln>
                <a:noFill/>
                <a:prstDash val="sysDot"/>
              </a:ln>
              <a:solidFill>
                <a:schemeClr val="tx1">
                  <a:lumMod val="85000"/>
                  <a:lumOff val="15000"/>
                </a:schemeClr>
              </a:solidFill>
              <a:latin typeface="+mn-ea"/>
              <a:cs typeface="+mn-ea"/>
            </a:endParaRPr>
          </a:p>
          <a:p>
            <a:pPr algn="r">
              <a:lnSpc>
                <a:spcPct val="130000"/>
              </a:lnSpc>
              <a:spcBef>
                <a:spcPct val="0"/>
              </a:spcBef>
              <a:spcAft>
                <a:spcPct val="0"/>
              </a:spcAft>
            </a:pPr>
            <a:r>
              <a:rPr lang="zh-CN" altLang="zh-CN"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 Arxiv - </a:t>
            </a:r>
            <a:r>
              <a:rPr lang="zh-CN" altLang="en-US" sz="1600" dirty="0">
                <a:ln>
                  <a:noFill/>
                  <a:prstDash val="sysDot"/>
                </a:ln>
                <a:solidFill>
                  <a:schemeClr val="tx1">
                    <a:lumMod val="85000"/>
                    <a:lumOff val="15000"/>
                  </a:schemeClr>
                </a:solidFill>
                <a:latin typeface="+mn-ea"/>
                <a:cs typeface="+mn-ea"/>
              </a:rPr>
              <a:t>学术论文搜索</a:t>
            </a:r>
            <a:endParaRPr lang="zh-CN" altLang="en-US" sz="1600" dirty="0">
              <a:ln>
                <a:noFill/>
                <a:prstDash val="sysDot"/>
              </a:ln>
              <a:solidFill>
                <a:schemeClr val="tx1">
                  <a:lumMod val="85000"/>
                  <a:lumOff val="15000"/>
                </a:schemeClr>
              </a:solidFill>
              <a:latin typeface="+mn-ea"/>
              <a:cs typeface="+mn-ea"/>
            </a:endParaRPr>
          </a:p>
        </p:txBody>
      </p:sp>
      <p:sp>
        <p:nvSpPr>
          <p:cNvPr id="26" name="矩形 10"/>
          <p:cNvSpPr/>
          <p:nvPr>
            <p:custDataLst>
              <p:tags r:id="rId11"/>
            </p:custDataLst>
          </p:nvPr>
        </p:nvSpPr>
        <p:spPr>
          <a:xfrm>
            <a:off x="1003044" y="1485596"/>
            <a:ext cx="3128460" cy="606797"/>
          </a:xfrm>
          <a:prstGeom prst="rect">
            <a:avLst/>
          </a:prstGeom>
          <a:noFill/>
        </p:spPr>
        <p:txBody>
          <a:bodyPr wrap="square" lIns="0" tIns="0" rIns="0" bIns="0" rtlCol="0" anchor="b" anchorCtr="0">
            <a:noAutofit/>
          </a:bodyPr>
          <a:p>
            <a:pPr algn="r">
              <a:spcBef>
                <a:spcPct val="0"/>
              </a:spcBef>
              <a:spcAft>
                <a:spcPct val="0"/>
              </a:spcAft>
            </a:pPr>
            <a:r>
              <a:rPr lang="zh-CN" altLang="en-US" sz="2000" b="1" dirty="0">
                <a:solidFill>
                  <a:schemeClr val="accent1"/>
                </a:solidFill>
                <a:latin typeface="+mn-ea"/>
                <a:cs typeface="+mn-ea"/>
              </a:rPr>
              <a:t>搜索工具</a:t>
            </a:r>
            <a:endParaRPr lang="zh-CN" altLang="en-US" sz="2000" b="1" dirty="0">
              <a:solidFill>
                <a:schemeClr val="accent1"/>
              </a:solidFill>
              <a:latin typeface="+mn-ea"/>
              <a:cs typeface="+mn-ea"/>
            </a:endParaRPr>
          </a:p>
        </p:txBody>
      </p:sp>
    </p:spTree>
    <p:custDataLst>
      <p:tags r:id="rId1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1E3A5F"/>
                </a:solidFill>
              </a:defRPr>
            </a:pPr>
            <a:r>
              <a:t>MCP (Model Context Protocol) 集成</a:t>
            </a:r>
          </a:p>
        </p:txBody>
      </p:sp>
      <p:sp>
        <p:nvSpPr>
          <p:cNvPr id="39" name="任意多边形: 形状 15"/>
          <p:cNvSpPr/>
          <p:nvPr>
            <p:custDataLst>
              <p:tags r:id="rId1"/>
            </p:custDataLst>
          </p:nvPr>
        </p:nvSpPr>
        <p:spPr>
          <a:xfrm>
            <a:off x="8052436" y="4208781"/>
            <a:ext cx="3513455" cy="2382520"/>
          </a:xfrm>
          <a:custGeom>
            <a:avLst/>
            <a:gdLst>
              <a:gd name="connsiteX0" fmla="*/ 159 w 5532"/>
              <a:gd name="connsiteY0" fmla="*/ 551 h 3751"/>
              <a:gd name="connsiteX1" fmla="*/ 567 w 5532"/>
              <a:gd name="connsiteY1" fmla="*/ 259 h 3751"/>
              <a:gd name="connsiteX2" fmla="*/ 1154 w 5532"/>
              <a:gd name="connsiteY2" fmla="*/ 113 h 3751"/>
              <a:gd name="connsiteX3" fmla="*/ 2373 w 5532"/>
              <a:gd name="connsiteY3" fmla="*/ 79 h 3751"/>
              <a:gd name="connsiteX4" fmla="*/ 3251 w 5532"/>
              <a:gd name="connsiteY4" fmla="*/ 40 h 3751"/>
              <a:gd name="connsiteX5" fmla="*/ 3953 w 5532"/>
              <a:gd name="connsiteY5" fmla="*/ 19 h 3751"/>
              <a:gd name="connsiteX6" fmla="*/ 4997 w 5532"/>
              <a:gd name="connsiteY6" fmla="*/ 269 h 3751"/>
              <a:gd name="connsiteX7" fmla="*/ 5365 w 5532"/>
              <a:gd name="connsiteY7" fmla="*/ 572 h 3751"/>
              <a:gd name="connsiteX8" fmla="*/ 5528 w 5532"/>
              <a:gd name="connsiteY8" fmla="*/ 1427 h 3751"/>
              <a:gd name="connsiteX9" fmla="*/ 5462 w 5532"/>
              <a:gd name="connsiteY9" fmla="*/ 2970 h 3751"/>
              <a:gd name="connsiteX10" fmla="*/ 5169 w 5532"/>
              <a:gd name="connsiteY10" fmla="*/ 3429 h 3751"/>
              <a:gd name="connsiteX11" fmla="*/ 3937 w 5532"/>
              <a:gd name="connsiteY11" fmla="*/ 3523 h 3751"/>
              <a:gd name="connsiteX12" fmla="*/ 2729 w 5532"/>
              <a:gd name="connsiteY12" fmla="*/ 3554 h 3751"/>
              <a:gd name="connsiteX13" fmla="*/ 1717 w 5532"/>
              <a:gd name="connsiteY13" fmla="*/ 3752 h 3751"/>
              <a:gd name="connsiteX14" fmla="*/ 518 w 5532"/>
              <a:gd name="connsiteY14" fmla="*/ 3554 h 3751"/>
              <a:gd name="connsiteX15" fmla="*/ 94 w 5532"/>
              <a:gd name="connsiteY15" fmla="*/ 3262 h 3751"/>
              <a:gd name="connsiteX16" fmla="*/ 4 w 5532"/>
              <a:gd name="connsiteY16" fmla="*/ 2647 h 3751"/>
              <a:gd name="connsiteX17" fmla="*/ 20 w 5532"/>
              <a:gd name="connsiteY17" fmla="*/ 1573 h 3751"/>
              <a:gd name="connsiteX18" fmla="*/ 45 w 5532"/>
              <a:gd name="connsiteY18" fmla="*/ 864 h 3751"/>
              <a:gd name="connsiteX19" fmla="*/ 159 w 5532"/>
              <a:gd name="connsiteY19" fmla="*/ 551 h 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33" h="3752">
                <a:moveTo>
                  <a:pt x="159" y="551"/>
                </a:moveTo>
                <a:cubicBezTo>
                  <a:pt x="246" y="450"/>
                  <a:pt x="401" y="332"/>
                  <a:pt x="567" y="259"/>
                </a:cubicBezTo>
                <a:cubicBezTo>
                  <a:pt x="733" y="186"/>
                  <a:pt x="963" y="128"/>
                  <a:pt x="1154" y="113"/>
                </a:cubicBezTo>
                <a:cubicBezTo>
                  <a:pt x="1710" y="62"/>
                  <a:pt x="2040" y="109"/>
                  <a:pt x="2373" y="79"/>
                </a:cubicBezTo>
                <a:cubicBezTo>
                  <a:pt x="2706" y="49"/>
                  <a:pt x="2996" y="73"/>
                  <a:pt x="3251" y="40"/>
                </a:cubicBezTo>
                <a:cubicBezTo>
                  <a:pt x="3507" y="7"/>
                  <a:pt x="3662" y="-19"/>
                  <a:pt x="3953" y="19"/>
                </a:cubicBezTo>
                <a:cubicBezTo>
                  <a:pt x="4244" y="57"/>
                  <a:pt x="4762" y="177"/>
                  <a:pt x="4997" y="269"/>
                </a:cubicBezTo>
                <a:cubicBezTo>
                  <a:pt x="5233" y="361"/>
                  <a:pt x="5276" y="379"/>
                  <a:pt x="5365" y="572"/>
                </a:cubicBezTo>
                <a:cubicBezTo>
                  <a:pt x="5453" y="765"/>
                  <a:pt x="5511" y="1027"/>
                  <a:pt x="5528" y="1427"/>
                </a:cubicBezTo>
                <a:cubicBezTo>
                  <a:pt x="5544" y="1826"/>
                  <a:pt x="5522" y="2636"/>
                  <a:pt x="5462" y="2970"/>
                </a:cubicBezTo>
                <a:cubicBezTo>
                  <a:pt x="5403" y="3304"/>
                  <a:pt x="5423" y="3337"/>
                  <a:pt x="5169" y="3429"/>
                </a:cubicBezTo>
                <a:cubicBezTo>
                  <a:pt x="4914" y="3521"/>
                  <a:pt x="4343" y="3502"/>
                  <a:pt x="3937" y="3523"/>
                </a:cubicBezTo>
                <a:cubicBezTo>
                  <a:pt x="3530" y="3543"/>
                  <a:pt x="3099" y="3516"/>
                  <a:pt x="2729" y="3554"/>
                </a:cubicBezTo>
                <a:cubicBezTo>
                  <a:pt x="2359" y="3592"/>
                  <a:pt x="2086" y="3752"/>
                  <a:pt x="1717" y="3752"/>
                </a:cubicBezTo>
                <a:cubicBezTo>
                  <a:pt x="1349" y="3752"/>
                  <a:pt x="788" y="3636"/>
                  <a:pt x="518" y="3554"/>
                </a:cubicBezTo>
                <a:cubicBezTo>
                  <a:pt x="247" y="3472"/>
                  <a:pt x="179" y="3413"/>
                  <a:pt x="94" y="3262"/>
                </a:cubicBezTo>
                <a:cubicBezTo>
                  <a:pt x="8" y="3111"/>
                  <a:pt x="16" y="2928"/>
                  <a:pt x="4" y="2647"/>
                </a:cubicBezTo>
                <a:cubicBezTo>
                  <a:pt x="-8" y="2365"/>
                  <a:pt x="12" y="1899"/>
                  <a:pt x="20" y="1573"/>
                </a:cubicBezTo>
                <a:cubicBezTo>
                  <a:pt x="28" y="1246"/>
                  <a:pt x="24" y="1039"/>
                  <a:pt x="45" y="864"/>
                </a:cubicBezTo>
                <a:cubicBezTo>
                  <a:pt x="65" y="688"/>
                  <a:pt x="72" y="652"/>
                  <a:pt x="159" y="551"/>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41" name="任意多边形: 形状 15"/>
          <p:cNvSpPr/>
          <p:nvPr>
            <p:custDataLst>
              <p:tags r:id="rId2"/>
            </p:custDataLst>
          </p:nvPr>
        </p:nvSpPr>
        <p:spPr>
          <a:xfrm>
            <a:off x="7992111" y="4260216"/>
            <a:ext cx="3633470" cy="2290445"/>
          </a:xfrm>
          <a:custGeom>
            <a:avLst/>
            <a:gdLst>
              <a:gd name="connsiteX0" fmla="*/ 165 w 5724"/>
              <a:gd name="connsiteY0" fmla="*/ 583 h 3793"/>
              <a:gd name="connsiteX1" fmla="*/ 587 w 5724"/>
              <a:gd name="connsiteY1" fmla="*/ 274 h 3793"/>
              <a:gd name="connsiteX2" fmla="*/ 1194 w 5724"/>
              <a:gd name="connsiteY2" fmla="*/ 120 h 3793"/>
              <a:gd name="connsiteX3" fmla="*/ 2455 w 5724"/>
              <a:gd name="connsiteY3" fmla="*/ 84 h 3793"/>
              <a:gd name="connsiteX4" fmla="*/ 3364 w 5724"/>
              <a:gd name="connsiteY4" fmla="*/ 42 h 3793"/>
              <a:gd name="connsiteX5" fmla="*/ 4090 w 5724"/>
              <a:gd name="connsiteY5" fmla="*/ 20 h 3793"/>
              <a:gd name="connsiteX6" fmla="*/ 5170 w 5724"/>
              <a:gd name="connsiteY6" fmla="*/ 285 h 3793"/>
              <a:gd name="connsiteX7" fmla="*/ 5551 w 5724"/>
              <a:gd name="connsiteY7" fmla="*/ 605 h 3793"/>
              <a:gd name="connsiteX8" fmla="*/ 5720 w 5724"/>
              <a:gd name="connsiteY8" fmla="*/ 1510 h 3793"/>
              <a:gd name="connsiteX9" fmla="*/ 5652 w 5724"/>
              <a:gd name="connsiteY9" fmla="*/ 3143 h 3793"/>
              <a:gd name="connsiteX10" fmla="*/ 5348 w 5724"/>
              <a:gd name="connsiteY10" fmla="*/ 3628 h 3793"/>
              <a:gd name="connsiteX11" fmla="*/ 4074 w 5724"/>
              <a:gd name="connsiteY11" fmla="*/ 3728 h 3793"/>
              <a:gd name="connsiteX12" fmla="*/ 2824 w 5724"/>
              <a:gd name="connsiteY12" fmla="*/ 3760 h 3793"/>
              <a:gd name="connsiteX13" fmla="*/ 1735 w 5724"/>
              <a:gd name="connsiteY13" fmla="*/ 3740 h 3793"/>
              <a:gd name="connsiteX14" fmla="*/ 536 w 5724"/>
              <a:gd name="connsiteY14" fmla="*/ 3760 h 3793"/>
              <a:gd name="connsiteX15" fmla="*/ 104 w 5724"/>
              <a:gd name="connsiteY15" fmla="*/ 3452 h 3793"/>
              <a:gd name="connsiteX16" fmla="*/ 4 w 5724"/>
              <a:gd name="connsiteY16" fmla="*/ 2801 h 3793"/>
              <a:gd name="connsiteX17" fmla="*/ 21 w 5724"/>
              <a:gd name="connsiteY17" fmla="*/ 1664 h 3793"/>
              <a:gd name="connsiteX18" fmla="*/ 47 w 5724"/>
              <a:gd name="connsiteY18" fmla="*/ 914 h 3793"/>
              <a:gd name="connsiteX19" fmla="*/ 165 w 5724"/>
              <a:gd name="connsiteY19" fmla="*/ 583 h 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25" h="3794">
                <a:moveTo>
                  <a:pt x="165" y="583"/>
                </a:moveTo>
                <a:cubicBezTo>
                  <a:pt x="255" y="476"/>
                  <a:pt x="415" y="351"/>
                  <a:pt x="587" y="274"/>
                </a:cubicBezTo>
                <a:cubicBezTo>
                  <a:pt x="758" y="197"/>
                  <a:pt x="996" y="135"/>
                  <a:pt x="1194" y="120"/>
                </a:cubicBezTo>
                <a:cubicBezTo>
                  <a:pt x="1769" y="66"/>
                  <a:pt x="2111" y="115"/>
                  <a:pt x="2455" y="84"/>
                </a:cubicBezTo>
                <a:cubicBezTo>
                  <a:pt x="2800" y="52"/>
                  <a:pt x="3100" y="77"/>
                  <a:pt x="3364" y="42"/>
                </a:cubicBezTo>
                <a:cubicBezTo>
                  <a:pt x="3629" y="7"/>
                  <a:pt x="3789" y="-20"/>
                  <a:pt x="4090" y="20"/>
                </a:cubicBezTo>
                <a:cubicBezTo>
                  <a:pt x="4391" y="60"/>
                  <a:pt x="4927" y="187"/>
                  <a:pt x="5170" y="285"/>
                </a:cubicBezTo>
                <a:cubicBezTo>
                  <a:pt x="5415" y="382"/>
                  <a:pt x="5459" y="401"/>
                  <a:pt x="5551" y="605"/>
                </a:cubicBezTo>
                <a:cubicBezTo>
                  <a:pt x="5642" y="809"/>
                  <a:pt x="5702" y="1087"/>
                  <a:pt x="5720" y="1510"/>
                </a:cubicBezTo>
                <a:cubicBezTo>
                  <a:pt x="5736" y="1932"/>
                  <a:pt x="5714" y="2789"/>
                  <a:pt x="5652" y="3143"/>
                </a:cubicBezTo>
                <a:cubicBezTo>
                  <a:pt x="5590" y="3496"/>
                  <a:pt x="5611" y="3531"/>
                  <a:pt x="5348" y="3628"/>
                </a:cubicBezTo>
                <a:cubicBezTo>
                  <a:pt x="5085" y="3726"/>
                  <a:pt x="4494" y="3705"/>
                  <a:pt x="4074" y="3728"/>
                </a:cubicBezTo>
                <a:cubicBezTo>
                  <a:pt x="3652" y="3749"/>
                  <a:pt x="3207" y="3720"/>
                  <a:pt x="2824" y="3760"/>
                </a:cubicBezTo>
                <a:cubicBezTo>
                  <a:pt x="2441" y="3801"/>
                  <a:pt x="2116" y="3740"/>
                  <a:pt x="1735" y="3740"/>
                </a:cubicBezTo>
                <a:cubicBezTo>
                  <a:pt x="1354" y="3740"/>
                  <a:pt x="815" y="3847"/>
                  <a:pt x="536" y="3760"/>
                </a:cubicBezTo>
                <a:cubicBezTo>
                  <a:pt x="256" y="3674"/>
                  <a:pt x="192" y="3611"/>
                  <a:pt x="104" y="3452"/>
                </a:cubicBezTo>
                <a:cubicBezTo>
                  <a:pt x="15" y="3292"/>
                  <a:pt x="17" y="3098"/>
                  <a:pt x="4" y="2801"/>
                </a:cubicBezTo>
                <a:cubicBezTo>
                  <a:pt x="-8" y="2502"/>
                  <a:pt x="12" y="2009"/>
                  <a:pt x="21" y="1664"/>
                </a:cubicBezTo>
                <a:cubicBezTo>
                  <a:pt x="29" y="1318"/>
                  <a:pt x="25" y="1099"/>
                  <a:pt x="47" y="914"/>
                </a:cubicBezTo>
                <a:cubicBezTo>
                  <a:pt x="67" y="728"/>
                  <a:pt x="74" y="690"/>
                  <a:pt x="165" y="583"/>
                </a:cubicBezTo>
                <a:close/>
              </a:path>
            </a:pathLst>
          </a:custGeom>
          <a:noFill/>
          <a:ln w="19050" cap="rnd" cmpd="sng" algn="ctr">
            <a:solidFill>
              <a:srgbClr val="C0504D"/>
            </a:solidFill>
            <a:prstDash val="solid"/>
            <a:round/>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52" name="任意多边形: 形状 167"/>
          <p:cNvSpPr/>
          <p:nvPr>
            <p:custDataLst>
              <p:tags r:id="rId3"/>
            </p:custDataLst>
          </p:nvPr>
        </p:nvSpPr>
        <p:spPr>
          <a:xfrm>
            <a:off x="11450321" y="5714366"/>
            <a:ext cx="295910" cy="298450"/>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2"/>
          </a:solidFill>
          <a:ln w="22225" cap="flat">
            <a:solidFill>
              <a:schemeClr val="accent2">
                <a:lumMod val="7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6" name="任意多边形: 形状 167"/>
          <p:cNvSpPr/>
          <p:nvPr>
            <p:custDataLst>
              <p:tags r:id="rId4"/>
            </p:custDataLst>
          </p:nvPr>
        </p:nvSpPr>
        <p:spPr>
          <a:xfrm>
            <a:off x="8105776" y="6423661"/>
            <a:ext cx="239395" cy="241300"/>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2">
              <a:lumMod val="40000"/>
              <a:lumOff val="60000"/>
            </a:schemeClr>
          </a:solidFill>
          <a:ln w="22225"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6" name="任意多边形: 形状 11"/>
          <p:cNvSpPr/>
          <p:nvPr>
            <p:custDataLst>
              <p:tags r:id="rId5"/>
            </p:custDataLst>
          </p:nvPr>
        </p:nvSpPr>
        <p:spPr>
          <a:xfrm>
            <a:off x="4308476" y="4288791"/>
            <a:ext cx="3531870" cy="2376170"/>
          </a:xfrm>
          <a:custGeom>
            <a:avLst/>
            <a:gdLst>
              <a:gd name="connsiteX0" fmla="*/ 410505 w 3859608"/>
              <a:gd name="connsiteY0" fmla="*/ 283210 h 2596040"/>
              <a:gd name="connsiteX1" fmla="*/ 172653 w 3859608"/>
              <a:gd name="connsiteY1" fmla="*/ 608963 h 2596040"/>
              <a:gd name="connsiteX2" fmla="*/ 17533 w 3859608"/>
              <a:gd name="connsiteY2" fmla="*/ 1369054 h 2596040"/>
              <a:gd name="connsiteX3" fmla="*/ 22704 w 3859608"/>
              <a:gd name="connsiteY3" fmla="*/ 2072267 h 2596040"/>
              <a:gd name="connsiteX4" fmla="*/ 188165 w 3859608"/>
              <a:gd name="connsiteY4" fmla="*/ 2470409 h 2596040"/>
              <a:gd name="connsiteX5" fmla="*/ 798306 w 3859608"/>
              <a:gd name="connsiteY5" fmla="*/ 2584164 h 2596040"/>
              <a:gd name="connsiteX6" fmla="*/ 1615273 w 3859608"/>
              <a:gd name="connsiteY6" fmla="*/ 2589335 h 2596040"/>
              <a:gd name="connsiteX7" fmla="*/ 2897602 w 3859608"/>
              <a:gd name="connsiteY7" fmla="*/ 2584164 h 2596040"/>
              <a:gd name="connsiteX8" fmla="*/ 3404328 w 3859608"/>
              <a:gd name="connsiteY8" fmla="*/ 2449726 h 2596040"/>
              <a:gd name="connsiteX9" fmla="*/ 3807641 w 3859608"/>
              <a:gd name="connsiteY9" fmla="*/ 1963682 h 2596040"/>
              <a:gd name="connsiteX10" fmla="*/ 3843836 w 3859608"/>
              <a:gd name="connsiteY10" fmla="*/ 965741 h 2596040"/>
              <a:gd name="connsiteX11" fmla="*/ 3709398 w 3859608"/>
              <a:gd name="connsiteY11" fmla="*/ 231504 h 2596040"/>
              <a:gd name="connsiteX12" fmla="*/ 3425011 w 3859608"/>
              <a:gd name="connsiteY12" fmla="*/ 76383 h 2596040"/>
              <a:gd name="connsiteX13" fmla="*/ 2825212 w 3859608"/>
              <a:gd name="connsiteY13" fmla="*/ 24676 h 2596040"/>
              <a:gd name="connsiteX14" fmla="*/ 1708345 w 3859608"/>
              <a:gd name="connsiteY14" fmla="*/ 3994 h 2596040"/>
              <a:gd name="connsiteX15" fmla="*/ 917231 w 3859608"/>
              <a:gd name="connsiteY15" fmla="*/ 102237 h 2596040"/>
              <a:gd name="connsiteX16" fmla="*/ 410505 w 3859608"/>
              <a:gd name="connsiteY16" fmla="*/ 283210 h 259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9608" h="2596040" fill="none" extrusionOk="0">
                <a:moveTo>
                  <a:pt x="410505" y="283210"/>
                </a:moveTo>
                <a:cubicBezTo>
                  <a:pt x="286073" y="375631"/>
                  <a:pt x="240626" y="426521"/>
                  <a:pt x="172653" y="608963"/>
                </a:cubicBezTo>
                <a:cubicBezTo>
                  <a:pt x="83562" y="827397"/>
                  <a:pt x="31121" y="1125778"/>
                  <a:pt x="17533" y="1369054"/>
                </a:cubicBezTo>
                <a:cubicBezTo>
                  <a:pt x="14357" y="1656132"/>
                  <a:pt x="-48024" y="1911008"/>
                  <a:pt x="22704" y="2072267"/>
                </a:cubicBezTo>
                <a:cubicBezTo>
                  <a:pt x="54451" y="2236901"/>
                  <a:pt x="46601" y="2384397"/>
                  <a:pt x="188165" y="2470409"/>
                </a:cubicBezTo>
                <a:cubicBezTo>
                  <a:pt x="342995" y="2577733"/>
                  <a:pt x="554587" y="2582059"/>
                  <a:pt x="798306" y="2584164"/>
                </a:cubicBezTo>
                <a:cubicBezTo>
                  <a:pt x="1036157" y="2603986"/>
                  <a:pt x="1615273" y="2589335"/>
                  <a:pt x="1615273" y="2589335"/>
                </a:cubicBezTo>
                <a:cubicBezTo>
                  <a:pt x="2043894" y="2614005"/>
                  <a:pt x="2597641" y="2570406"/>
                  <a:pt x="2897602" y="2584164"/>
                </a:cubicBezTo>
                <a:cubicBezTo>
                  <a:pt x="3208477" y="2568896"/>
                  <a:pt x="3249360" y="2553863"/>
                  <a:pt x="3404328" y="2449726"/>
                </a:cubicBezTo>
                <a:cubicBezTo>
                  <a:pt x="3552418" y="2357485"/>
                  <a:pt x="3729033" y="2194142"/>
                  <a:pt x="3807641" y="1963682"/>
                </a:cubicBezTo>
                <a:cubicBezTo>
                  <a:pt x="3911873" y="1693082"/>
                  <a:pt x="3871412" y="1234988"/>
                  <a:pt x="3843836" y="965741"/>
                </a:cubicBezTo>
                <a:cubicBezTo>
                  <a:pt x="3783250" y="660095"/>
                  <a:pt x="3792777" y="366381"/>
                  <a:pt x="3709398" y="231504"/>
                </a:cubicBezTo>
                <a:cubicBezTo>
                  <a:pt x="3630812" y="88201"/>
                  <a:pt x="3574538" y="116717"/>
                  <a:pt x="3425011" y="76383"/>
                </a:cubicBezTo>
                <a:cubicBezTo>
                  <a:pt x="3296892" y="38093"/>
                  <a:pt x="3107294" y="51816"/>
                  <a:pt x="2825212" y="24676"/>
                </a:cubicBezTo>
                <a:cubicBezTo>
                  <a:pt x="2582494" y="25058"/>
                  <a:pt x="2014779" y="-46631"/>
                  <a:pt x="1708345" y="3994"/>
                </a:cubicBezTo>
                <a:cubicBezTo>
                  <a:pt x="1449086" y="18787"/>
                  <a:pt x="1139151" y="61516"/>
                  <a:pt x="917231" y="102237"/>
                </a:cubicBezTo>
                <a:cubicBezTo>
                  <a:pt x="715309" y="162546"/>
                  <a:pt x="533749" y="239376"/>
                  <a:pt x="410505" y="283210"/>
                </a:cubicBezTo>
                <a:close/>
              </a:path>
              <a:path w="3859608" h="2596040" stroke="0" extrusionOk="0">
                <a:moveTo>
                  <a:pt x="410505" y="283210"/>
                </a:moveTo>
                <a:cubicBezTo>
                  <a:pt x="279587" y="363458"/>
                  <a:pt x="224974" y="432935"/>
                  <a:pt x="172653" y="608963"/>
                </a:cubicBezTo>
                <a:cubicBezTo>
                  <a:pt x="171229" y="803426"/>
                  <a:pt x="-7358" y="1126756"/>
                  <a:pt x="17533" y="1369054"/>
                </a:cubicBezTo>
                <a:cubicBezTo>
                  <a:pt x="-39544" y="1644271"/>
                  <a:pt x="-15145" y="1940717"/>
                  <a:pt x="22704" y="2072267"/>
                </a:cubicBezTo>
                <a:cubicBezTo>
                  <a:pt x="43053" y="2251400"/>
                  <a:pt x="64244" y="2387648"/>
                  <a:pt x="188165" y="2470409"/>
                </a:cubicBezTo>
                <a:cubicBezTo>
                  <a:pt x="325479" y="2556680"/>
                  <a:pt x="578887" y="2526409"/>
                  <a:pt x="798306" y="2584164"/>
                </a:cubicBezTo>
                <a:cubicBezTo>
                  <a:pt x="1036156" y="2603985"/>
                  <a:pt x="1615273" y="2589335"/>
                  <a:pt x="1615273" y="2589335"/>
                </a:cubicBezTo>
                <a:cubicBezTo>
                  <a:pt x="1956651" y="2508227"/>
                  <a:pt x="2551691" y="2673769"/>
                  <a:pt x="2897602" y="2584164"/>
                </a:cubicBezTo>
                <a:cubicBezTo>
                  <a:pt x="3203248" y="2565078"/>
                  <a:pt x="3263502" y="2555748"/>
                  <a:pt x="3404328" y="2449726"/>
                </a:cubicBezTo>
                <a:cubicBezTo>
                  <a:pt x="3524942" y="2341289"/>
                  <a:pt x="3754780" y="2227688"/>
                  <a:pt x="3807641" y="1963682"/>
                </a:cubicBezTo>
                <a:cubicBezTo>
                  <a:pt x="3900206" y="1745102"/>
                  <a:pt x="3862259" y="1275660"/>
                  <a:pt x="3843836" y="965741"/>
                </a:cubicBezTo>
                <a:cubicBezTo>
                  <a:pt x="3845536" y="704885"/>
                  <a:pt x="3809203" y="416479"/>
                  <a:pt x="3709398" y="231504"/>
                </a:cubicBezTo>
                <a:cubicBezTo>
                  <a:pt x="3653507" y="71096"/>
                  <a:pt x="3574699" y="99925"/>
                  <a:pt x="3425011" y="76383"/>
                </a:cubicBezTo>
                <a:cubicBezTo>
                  <a:pt x="3258228" y="45101"/>
                  <a:pt x="3078290" y="13948"/>
                  <a:pt x="2825212" y="24676"/>
                </a:cubicBezTo>
                <a:cubicBezTo>
                  <a:pt x="2519119" y="11194"/>
                  <a:pt x="1993126" y="-76643"/>
                  <a:pt x="1708345" y="3994"/>
                </a:cubicBezTo>
                <a:cubicBezTo>
                  <a:pt x="1394703" y="-41992"/>
                  <a:pt x="1095459" y="77935"/>
                  <a:pt x="917231" y="102237"/>
                </a:cubicBezTo>
                <a:cubicBezTo>
                  <a:pt x="695506" y="158463"/>
                  <a:pt x="543260" y="222970"/>
                  <a:pt x="410505" y="283210"/>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37" name="任意多边形: 形状 10"/>
          <p:cNvSpPr/>
          <p:nvPr>
            <p:custDataLst>
              <p:tags r:id="rId6"/>
            </p:custDataLst>
          </p:nvPr>
        </p:nvSpPr>
        <p:spPr>
          <a:xfrm>
            <a:off x="4277996" y="4236086"/>
            <a:ext cx="3499485" cy="2354580"/>
          </a:xfrm>
          <a:custGeom>
            <a:avLst/>
            <a:gdLst>
              <a:gd name="connsiteX0" fmla="*/ 1114506 w 3791921"/>
              <a:gd name="connsiteY0" fmla="*/ 85204 h 2550511"/>
              <a:gd name="connsiteX1" fmla="*/ 484586 w 3791921"/>
              <a:gd name="connsiteY1" fmla="*/ 232524 h 2550511"/>
              <a:gd name="connsiteX2" fmla="*/ 169626 w 3791921"/>
              <a:gd name="connsiteY2" fmla="*/ 598284 h 2550511"/>
              <a:gd name="connsiteX3" fmla="*/ 17226 w 3791921"/>
              <a:gd name="connsiteY3" fmla="*/ 1345044 h 2550511"/>
              <a:gd name="connsiteX4" fmla="*/ 22306 w 3791921"/>
              <a:gd name="connsiteY4" fmla="*/ 2035924 h 2550511"/>
              <a:gd name="connsiteX5" fmla="*/ 184866 w 3791921"/>
              <a:gd name="connsiteY5" fmla="*/ 2427084 h 2550511"/>
              <a:gd name="connsiteX6" fmla="*/ 784306 w 3791921"/>
              <a:gd name="connsiteY6" fmla="*/ 2538844 h 2550511"/>
              <a:gd name="connsiteX7" fmla="*/ 1586946 w 3791921"/>
              <a:gd name="connsiteY7" fmla="*/ 2543924 h 2550511"/>
              <a:gd name="connsiteX8" fmla="*/ 2846786 w 3791921"/>
              <a:gd name="connsiteY8" fmla="*/ 2538844 h 2550511"/>
              <a:gd name="connsiteX9" fmla="*/ 3344626 w 3791921"/>
              <a:gd name="connsiteY9" fmla="*/ 2406764 h 2550511"/>
              <a:gd name="connsiteX10" fmla="*/ 3740866 w 3791921"/>
              <a:gd name="connsiteY10" fmla="*/ 1929244 h 2550511"/>
              <a:gd name="connsiteX11" fmla="*/ 3776426 w 3791921"/>
              <a:gd name="connsiteY11" fmla="*/ 948804 h 2550511"/>
              <a:gd name="connsiteX12" fmla="*/ 3644346 w 3791921"/>
              <a:gd name="connsiteY12" fmla="*/ 227444 h 2550511"/>
              <a:gd name="connsiteX13" fmla="*/ 3364946 w 3791921"/>
              <a:gd name="connsiteY13" fmla="*/ 75044 h 2550511"/>
              <a:gd name="connsiteX14" fmla="*/ 2775666 w 3791921"/>
              <a:gd name="connsiteY14" fmla="*/ 24244 h 2550511"/>
              <a:gd name="connsiteX15" fmla="*/ 1678386 w 3791921"/>
              <a:gd name="connsiteY15" fmla="*/ 3924 h 2550511"/>
              <a:gd name="connsiteX16" fmla="*/ 901146 w 3791921"/>
              <a:gd name="connsiteY16" fmla="*/ 100444 h 2550511"/>
              <a:gd name="connsiteX17" fmla="*/ 403306 w 3791921"/>
              <a:gd name="connsiteY17" fmla="*/ 278244 h 2550511"/>
              <a:gd name="connsiteX18" fmla="*/ 255986 w 3791921"/>
              <a:gd name="connsiteY18" fmla="*/ 557644 h 2550511"/>
              <a:gd name="connsiteX0-1" fmla="*/ 1114506 w 3791921"/>
              <a:gd name="connsiteY0-2" fmla="*/ 85204 h 2550511"/>
              <a:gd name="connsiteX1-3" fmla="*/ 484586 w 3791921"/>
              <a:gd name="connsiteY1-4" fmla="*/ 232524 h 2550511"/>
              <a:gd name="connsiteX2-5" fmla="*/ 169626 w 3791921"/>
              <a:gd name="connsiteY2-6" fmla="*/ 598284 h 2550511"/>
              <a:gd name="connsiteX3-7" fmla="*/ 17226 w 3791921"/>
              <a:gd name="connsiteY3-8" fmla="*/ 1345044 h 2550511"/>
              <a:gd name="connsiteX4-9" fmla="*/ 22306 w 3791921"/>
              <a:gd name="connsiteY4-10" fmla="*/ 2035924 h 2550511"/>
              <a:gd name="connsiteX5-11" fmla="*/ 184866 w 3791921"/>
              <a:gd name="connsiteY5-12" fmla="*/ 2427084 h 2550511"/>
              <a:gd name="connsiteX6-13" fmla="*/ 784306 w 3791921"/>
              <a:gd name="connsiteY6-14" fmla="*/ 2538844 h 2550511"/>
              <a:gd name="connsiteX7-15" fmla="*/ 1586946 w 3791921"/>
              <a:gd name="connsiteY7-16" fmla="*/ 2543924 h 2550511"/>
              <a:gd name="connsiteX8-17" fmla="*/ 2846786 w 3791921"/>
              <a:gd name="connsiteY8-18" fmla="*/ 2538844 h 2550511"/>
              <a:gd name="connsiteX9-19" fmla="*/ 3344626 w 3791921"/>
              <a:gd name="connsiteY9-20" fmla="*/ 2406764 h 2550511"/>
              <a:gd name="connsiteX10-21" fmla="*/ 3740866 w 3791921"/>
              <a:gd name="connsiteY10-22" fmla="*/ 1929244 h 2550511"/>
              <a:gd name="connsiteX11-23" fmla="*/ 3776426 w 3791921"/>
              <a:gd name="connsiteY11-24" fmla="*/ 948804 h 2550511"/>
              <a:gd name="connsiteX12-25" fmla="*/ 3644346 w 3791921"/>
              <a:gd name="connsiteY12-26" fmla="*/ 227444 h 2550511"/>
              <a:gd name="connsiteX13-27" fmla="*/ 3364946 w 3791921"/>
              <a:gd name="connsiteY13-28" fmla="*/ 75044 h 2550511"/>
              <a:gd name="connsiteX14-29" fmla="*/ 2775666 w 3791921"/>
              <a:gd name="connsiteY14-30" fmla="*/ 24244 h 2550511"/>
              <a:gd name="connsiteX15-31" fmla="*/ 1678386 w 3791921"/>
              <a:gd name="connsiteY15-32" fmla="*/ 3924 h 2550511"/>
              <a:gd name="connsiteX16-33" fmla="*/ 901146 w 3791921"/>
              <a:gd name="connsiteY16-34" fmla="*/ 100444 h 2550511"/>
              <a:gd name="connsiteX17-35" fmla="*/ 403306 w 3791921"/>
              <a:gd name="connsiteY17-36" fmla="*/ 278244 h 2550511"/>
              <a:gd name="connsiteX0-37" fmla="*/ 484586 w 3791921"/>
              <a:gd name="connsiteY0-38" fmla="*/ 232524 h 2550511"/>
              <a:gd name="connsiteX1-39" fmla="*/ 169626 w 3791921"/>
              <a:gd name="connsiteY1-40" fmla="*/ 598284 h 2550511"/>
              <a:gd name="connsiteX2-41" fmla="*/ 17226 w 3791921"/>
              <a:gd name="connsiteY2-42" fmla="*/ 1345044 h 2550511"/>
              <a:gd name="connsiteX3-43" fmla="*/ 22306 w 3791921"/>
              <a:gd name="connsiteY3-44" fmla="*/ 2035924 h 2550511"/>
              <a:gd name="connsiteX4-45" fmla="*/ 184866 w 3791921"/>
              <a:gd name="connsiteY4-46" fmla="*/ 2427084 h 2550511"/>
              <a:gd name="connsiteX5-47" fmla="*/ 784306 w 3791921"/>
              <a:gd name="connsiteY5-48" fmla="*/ 2538844 h 2550511"/>
              <a:gd name="connsiteX6-49" fmla="*/ 1586946 w 3791921"/>
              <a:gd name="connsiteY6-50" fmla="*/ 2543924 h 2550511"/>
              <a:gd name="connsiteX7-51" fmla="*/ 2846786 w 3791921"/>
              <a:gd name="connsiteY7-52" fmla="*/ 2538844 h 2550511"/>
              <a:gd name="connsiteX8-53" fmla="*/ 3344626 w 3791921"/>
              <a:gd name="connsiteY8-54" fmla="*/ 2406764 h 2550511"/>
              <a:gd name="connsiteX9-55" fmla="*/ 3740866 w 3791921"/>
              <a:gd name="connsiteY9-56" fmla="*/ 1929244 h 2550511"/>
              <a:gd name="connsiteX10-57" fmla="*/ 3776426 w 3791921"/>
              <a:gd name="connsiteY10-58" fmla="*/ 948804 h 2550511"/>
              <a:gd name="connsiteX11-59" fmla="*/ 3644346 w 3791921"/>
              <a:gd name="connsiteY11-60" fmla="*/ 227444 h 2550511"/>
              <a:gd name="connsiteX12-61" fmla="*/ 3364946 w 3791921"/>
              <a:gd name="connsiteY12-62" fmla="*/ 75044 h 2550511"/>
              <a:gd name="connsiteX13-63" fmla="*/ 2775666 w 3791921"/>
              <a:gd name="connsiteY13-64" fmla="*/ 24244 h 2550511"/>
              <a:gd name="connsiteX14-65" fmla="*/ 1678386 w 3791921"/>
              <a:gd name="connsiteY14-66" fmla="*/ 3924 h 2550511"/>
              <a:gd name="connsiteX15-67" fmla="*/ 901146 w 3791921"/>
              <a:gd name="connsiteY15-68" fmla="*/ 100444 h 2550511"/>
              <a:gd name="connsiteX16-69" fmla="*/ 403306 w 3791921"/>
              <a:gd name="connsiteY16-70" fmla="*/ 278244 h 2550511"/>
              <a:gd name="connsiteX0-71" fmla="*/ 484586 w 3791921"/>
              <a:gd name="connsiteY0-72" fmla="*/ 232524 h 2550511"/>
              <a:gd name="connsiteX1-73" fmla="*/ 169626 w 3791921"/>
              <a:gd name="connsiteY1-74" fmla="*/ 598284 h 2550511"/>
              <a:gd name="connsiteX2-75" fmla="*/ 17226 w 3791921"/>
              <a:gd name="connsiteY2-76" fmla="*/ 1345044 h 2550511"/>
              <a:gd name="connsiteX3-77" fmla="*/ 22306 w 3791921"/>
              <a:gd name="connsiteY3-78" fmla="*/ 2035924 h 2550511"/>
              <a:gd name="connsiteX4-79" fmla="*/ 184866 w 3791921"/>
              <a:gd name="connsiteY4-80" fmla="*/ 2427084 h 2550511"/>
              <a:gd name="connsiteX5-81" fmla="*/ 784306 w 3791921"/>
              <a:gd name="connsiteY5-82" fmla="*/ 2538844 h 2550511"/>
              <a:gd name="connsiteX6-83" fmla="*/ 1586946 w 3791921"/>
              <a:gd name="connsiteY6-84" fmla="*/ 2543924 h 2550511"/>
              <a:gd name="connsiteX7-85" fmla="*/ 2846786 w 3791921"/>
              <a:gd name="connsiteY7-86" fmla="*/ 2538844 h 2550511"/>
              <a:gd name="connsiteX8-87" fmla="*/ 3344626 w 3791921"/>
              <a:gd name="connsiteY8-88" fmla="*/ 2406764 h 2550511"/>
              <a:gd name="connsiteX9-89" fmla="*/ 3740866 w 3791921"/>
              <a:gd name="connsiteY9-90" fmla="*/ 1929244 h 2550511"/>
              <a:gd name="connsiteX10-91" fmla="*/ 3776426 w 3791921"/>
              <a:gd name="connsiteY10-92" fmla="*/ 948804 h 2550511"/>
              <a:gd name="connsiteX11-93" fmla="*/ 3644346 w 3791921"/>
              <a:gd name="connsiteY11-94" fmla="*/ 227444 h 2550511"/>
              <a:gd name="connsiteX12-95" fmla="*/ 3364946 w 3791921"/>
              <a:gd name="connsiteY12-96" fmla="*/ 75044 h 2550511"/>
              <a:gd name="connsiteX13-97" fmla="*/ 2775666 w 3791921"/>
              <a:gd name="connsiteY13-98" fmla="*/ 24244 h 2550511"/>
              <a:gd name="connsiteX14-99" fmla="*/ 1678386 w 3791921"/>
              <a:gd name="connsiteY14-100" fmla="*/ 3924 h 2550511"/>
              <a:gd name="connsiteX15-101" fmla="*/ 901146 w 3791921"/>
              <a:gd name="connsiteY15-102" fmla="*/ 100444 h 2550511"/>
              <a:gd name="connsiteX16-103" fmla="*/ 403306 w 3791921"/>
              <a:gd name="connsiteY16-104" fmla="*/ 278244 h 2550511"/>
              <a:gd name="connsiteX17-105" fmla="*/ 484586 w 3791921"/>
              <a:gd name="connsiteY17-106" fmla="*/ 232524 h 2550511"/>
              <a:gd name="connsiteX0-107" fmla="*/ 403306 w 3791921"/>
              <a:gd name="connsiteY0-108" fmla="*/ 278244 h 2550511"/>
              <a:gd name="connsiteX1-109" fmla="*/ 169626 w 3791921"/>
              <a:gd name="connsiteY1-110" fmla="*/ 598284 h 2550511"/>
              <a:gd name="connsiteX2-111" fmla="*/ 17226 w 3791921"/>
              <a:gd name="connsiteY2-112" fmla="*/ 1345044 h 2550511"/>
              <a:gd name="connsiteX3-113" fmla="*/ 22306 w 3791921"/>
              <a:gd name="connsiteY3-114" fmla="*/ 2035924 h 2550511"/>
              <a:gd name="connsiteX4-115" fmla="*/ 184866 w 3791921"/>
              <a:gd name="connsiteY4-116" fmla="*/ 2427084 h 2550511"/>
              <a:gd name="connsiteX5-117" fmla="*/ 784306 w 3791921"/>
              <a:gd name="connsiteY5-118" fmla="*/ 2538844 h 2550511"/>
              <a:gd name="connsiteX6-119" fmla="*/ 1586946 w 3791921"/>
              <a:gd name="connsiteY6-120" fmla="*/ 2543924 h 2550511"/>
              <a:gd name="connsiteX7-121" fmla="*/ 2846786 w 3791921"/>
              <a:gd name="connsiteY7-122" fmla="*/ 2538844 h 2550511"/>
              <a:gd name="connsiteX8-123" fmla="*/ 3344626 w 3791921"/>
              <a:gd name="connsiteY8-124" fmla="*/ 2406764 h 2550511"/>
              <a:gd name="connsiteX9-125" fmla="*/ 3740866 w 3791921"/>
              <a:gd name="connsiteY9-126" fmla="*/ 1929244 h 2550511"/>
              <a:gd name="connsiteX10-127" fmla="*/ 3776426 w 3791921"/>
              <a:gd name="connsiteY10-128" fmla="*/ 948804 h 2550511"/>
              <a:gd name="connsiteX11-129" fmla="*/ 3644346 w 3791921"/>
              <a:gd name="connsiteY11-130" fmla="*/ 227444 h 2550511"/>
              <a:gd name="connsiteX12-131" fmla="*/ 3364946 w 3791921"/>
              <a:gd name="connsiteY12-132" fmla="*/ 75044 h 2550511"/>
              <a:gd name="connsiteX13-133" fmla="*/ 2775666 w 3791921"/>
              <a:gd name="connsiteY13-134" fmla="*/ 24244 h 2550511"/>
              <a:gd name="connsiteX14-135" fmla="*/ 1678386 w 3791921"/>
              <a:gd name="connsiteY14-136" fmla="*/ 3924 h 2550511"/>
              <a:gd name="connsiteX15-137" fmla="*/ 901146 w 3791921"/>
              <a:gd name="connsiteY15-138" fmla="*/ 100444 h 2550511"/>
              <a:gd name="connsiteX16-139" fmla="*/ 403306 w 3791921"/>
              <a:gd name="connsiteY16-140" fmla="*/ 278244 h 2550511"/>
              <a:gd name="connsiteX0-141" fmla="*/ 403306 w 3791921"/>
              <a:gd name="connsiteY0-142" fmla="*/ 278244 h 2550511"/>
              <a:gd name="connsiteX1-143" fmla="*/ 169626 w 3791921"/>
              <a:gd name="connsiteY1-144" fmla="*/ 598284 h 2550511"/>
              <a:gd name="connsiteX2-145" fmla="*/ 17226 w 3791921"/>
              <a:gd name="connsiteY2-146" fmla="*/ 1345044 h 2550511"/>
              <a:gd name="connsiteX3-147" fmla="*/ 22306 w 3791921"/>
              <a:gd name="connsiteY3-148" fmla="*/ 2035924 h 2550511"/>
              <a:gd name="connsiteX4-149" fmla="*/ 184866 w 3791921"/>
              <a:gd name="connsiteY4-150" fmla="*/ 2427084 h 2550511"/>
              <a:gd name="connsiteX5-151" fmla="*/ 784306 w 3791921"/>
              <a:gd name="connsiteY5-152" fmla="*/ 2538844 h 2550511"/>
              <a:gd name="connsiteX6-153" fmla="*/ 1586946 w 3791921"/>
              <a:gd name="connsiteY6-154" fmla="*/ 2543924 h 2550511"/>
              <a:gd name="connsiteX7-155" fmla="*/ 2846786 w 3791921"/>
              <a:gd name="connsiteY7-156" fmla="*/ 2538844 h 2550511"/>
              <a:gd name="connsiteX8-157" fmla="*/ 3344626 w 3791921"/>
              <a:gd name="connsiteY8-158" fmla="*/ 2406764 h 2550511"/>
              <a:gd name="connsiteX9-159" fmla="*/ 3740866 w 3791921"/>
              <a:gd name="connsiteY9-160" fmla="*/ 1929244 h 2550511"/>
              <a:gd name="connsiteX10-161" fmla="*/ 3776426 w 3791921"/>
              <a:gd name="connsiteY10-162" fmla="*/ 948804 h 2550511"/>
              <a:gd name="connsiteX11-163" fmla="*/ 3644346 w 3791921"/>
              <a:gd name="connsiteY11-164" fmla="*/ 227444 h 2550511"/>
              <a:gd name="connsiteX12-165" fmla="*/ 3364946 w 3791921"/>
              <a:gd name="connsiteY12-166" fmla="*/ 75044 h 2550511"/>
              <a:gd name="connsiteX13-167" fmla="*/ 2775666 w 3791921"/>
              <a:gd name="connsiteY13-168" fmla="*/ 24244 h 2550511"/>
              <a:gd name="connsiteX14-169" fmla="*/ 1678386 w 3791921"/>
              <a:gd name="connsiteY14-170" fmla="*/ 3924 h 2550511"/>
              <a:gd name="connsiteX15-171" fmla="*/ 901146 w 3791921"/>
              <a:gd name="connsiteY15-172" fmla="*/ 100444 h 2550511"/>
              <a:gd name="connsiteX16-173" fmla="*/ 403306 w 3791921"/>
              <a:gd name="connsiteY16-174" fmla="*/ 278244 h 25505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3791921" h="2550511">
                <a:moveTo>
                  <a:pt x="403306" y="278244"/>
                </a:moveTo>
                <a:cubicBezTo>
                  <a:pt x="281386" y="361217"/>
                  <a:pt x="233973" y="420484"/>
                  <a:pt x="169626" y="598284"/>
                </a:cubicBezTo>
                <a:cubicBezTo>
                  <a:pt x="105279" y="776084"/>
                  <a:pt x="41779" y="1105437"/>
                  <a:pt x="17226" y="1345044"/>
                </a:cubicBezTo>
                <a:cubicBezTo>
                  <a:pt x="-7327" y="1584651"/>
                  <a:pt x="-5634" y="1855584"/>
                  <a:pt x="22306" y="2035924"/>
                </a:cubicBezTo>
                <a:cubicBezTo>
                  <a:pt x="50246" y="2216264"/>
                  <a:pt x="57866" y="2343264"/>
                  <a:pt x="184866" y="2427084"/>
                </a:cubicBezTo>
                <a:cubicBezTo>
                  <a:pt x="311866" y="2510904"/>
                  <a:pt x="550626" y="2519371"/>
                  <a:pt x="784306" y="2538844"/>
                </a:cubicBezTo>
                <a:cubicBezTo>
                  <a:pt x="1017986" y="2558317"/>
                  <a:pt x="1586946" y="2543924"/>
                  <a:pt x="1586946" y="2543924"/>
                </a:cubicBezTo>
                <a:cubicBezTo>
                  <a:pt x="1930693" y="2543924"/>
                  <a:pt x="2553839" y="2561704"/>
                  <a:pt x="2846786" y="2538844"/>
                </a:cubicBezTo>
                <a:cubicBezTo>
                  <a:pt x="3139733" y="2515984"/>
                  <a:pt x="3195613" y="2508364"/>
                  <a:pt x="3344626" y="2406764"/>
                </a:cubicBezTo>
                <a:cubicBezTo>
                  <a:pt x="3493639" y="2305164"/>
                  <a:pt x="3668899" y="2172237"/>
                  <a:pt x="3740866" y="1929244"/>
                </a:cubicBezTo>
                <a:cubicBezTo>
                  <a:pt x="3812833" y="1686251"/>
                  <a:pt x="3792513" y="1232437"/>
                  <a:pt x="3776426" y="948804"/>
                </a:cubicBezTo>
                <a:cubicBezTo>
                  <a:pt x="3760339" y="665171"/>
                  <a:pt x="3712926" y="373071"/>
                  <a:pt x="3644346" y="227444"/>
                </a:cubicBezTo>
                <a:cubicBezTo>
                  <a:pt x="3575766" y="81817"/>
                  <a:pt x="3509726" y="108911"/>
                  <a:pt x="3364946" y="75044"/>
                </a:cubicBezTo>
                <a:cubicBezTo>
                  <a:pt x="3220166" y="41177"/>
                  <a:pt x="3056759" y="36097"/>
                  <a:pt x="2775666" y="24244"/>
                </a:cubicBezTo>
                <a:cubicBezTo>
                  <a:pt x="2494573" y="12391"/>
                  <a:pt x="1990806" y="-8776"/>
                  <a:pt x="1678386" y="3924"/>
                </a:cubicBezTo>
                <a:cubicBezTo>
                  <a:pt x="1365966" y="16624"/>
                  <a:pt x="1113659" y="54724"/>
                  <a:pt x="901146" y="100444"/>
                </a:cubicBezTo>
                <a:cubicBezTo>
                  <a:pt x="688633" y="146164"/>
                  <a:pt x="510833" y="202044"/>
                  <a:pt x="403306" y="278244"/>
                </a:cubicBezTo>
                <a:close/>
              </a:path>
            </a:pathLst>
          </a:custGeom>
          <a:noFill/>
          <a:ln w="19050" cap="flat" cmpd="sng" algn="ctr">
            <a:solidFill>
              <a:srgbClr val="4F81BD"/>
            </a:solidFill>
            <a:prstDash val="solid"/>
            <a:miter lim="800000"/>
          </a:ln>
          <a:effectLst/>
        </p:spPr>
        <p:txBody>
          <a:bodyPr rtlCol="0" anchor="ctr"/>
          <a:lstStyle/>
          <a:p>
            <a:pPr algn="ctr" defTabSz="914400"/>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15"/>
          <p:cNvSpPr/>
          <p:nvPr>
            <p:custDataLst>
              <p:tags r:id="rId7"/>
            </p:custDataLst>
          </p:nvPr>
        </p:nvSpPr>
        <p:spPr>
          <a:xfrm>
            <a:off x="583565" y="4168141"/>
            <a:ext cx="3513455" cy="2382520"/>
          </a:xfrm>
          <a:custGeom>
            <a:avLst/>
            <a:gdLst>
              <a:gd name="connsiteX0" fmla="*/ 159 w 5532"/>
              <a:gd name="connsiteY0" fmla="*/ 551 h 3751"/>
              <a:gd name="connsiteX1" fmla="*/ 567 w 5532"/>
              <a:gd name="connsiteY1" fmla="*/ 259 h 3751"/>
              <a:gd name="connsiteX2" fmla="*/ 1154 w 5532"/>
              <a:gd name="connsiteY2" fmla="*/ 113 h 3751"/>
              <a:gd name="connsiteX3" fmla="*/ 2373 w 5532"/>
              <a:gd name="connsiteY3" fmla="*/ 79 h 3751"/>
              <a:gd name="connsiteX4" fmla="*/ 3251 w 5532"/>
              <a:gd name="connsiteY4" fmla="*/ 40 h 3751"/>
              <a:gd name="connsiteX5" fmla="*/ 3953 w 5532"/>
              <a:gd name="connsiteY5" fmla="*/ 19 h 3751"/>
              <a:gd name="connsiteX6" fmla="*/ 4997 w 5532"/>
              <a:gd name="connsiteY6" fmla="*/ 269 h 3751"/>
              <a:gd name="connsiteX7" fmla="*/ 5365 w 5532"/>
              <a:gd name="connsiteY7" fmla="*/ 572 h 3751"/>
              <a:gd name="connsiteX8" fmla="*/ 5528 w 5532"/>
              <a:gd name="connsiteY8" fmla="*/ 1427 h 3751"/>
              <a:gd name="connsiteX9" fmla="*/ 5462 w 5532"/>
              <a:gd name="connsiteY9" fmla="*/ 2970 h 3751"/>
              <a:gd name="connsiteX10" fmla="*/ 5169 w 5532"/>
              <a:gd name="connsiteY10" fmla="*/ 3429 h 3751"/>
              <a:gd name="connsiteX11" fmla="*/ 3937 w 5532"/>
              <a:gd name="connsiteY11" fmla="*/ 3523 h 3751"/>
              <a:gd name="connsiteX12" fmla="*/ 2729 w 5532"/>
              <a:gd name="connsiteY12" fmla="*/ 3554 h 3751"/>
              <a:gd name="connsiteX13" fmla="*/ 1717 w 5532"/>
              <a:gd name="connsiteY13" fmla="*/ 3752 h 3751"/>
              <a:gd name="connsiteX14" fmla="*/ 518 w 5532"/>
              <a:gd name="connsiteY14" fmla="*/ 3554 h 3751"/>
              <a:gd name="connsiteX15" fmla="*/ 94 w 5532"/>
              <a:gd name="connsiteY15" fmla="*/ 3262 h 3751"/>
              <a:gd name="connsiteX16" fmla="*/ 4 w 5532"/>
              <a:gd name="connsiteY16" fmla="*/ 2647 h 3751"/>
              <a:gd name="connsiteX17" fmla="*/ 20 w 5532"/>
              <a:gd name="connsiteY17" fmla="*/ 1573 h 3751"/>
              <a:gd name="connsiteX18" fmla="*/ 45 w 5532"/>
              <a:gd name="connsiteY18" fmla="*/ 864 h 3751"/>
              <a:gd name="connsiteX19" fmla="*/ 159 w 5532"/>
              <a:gd name="connsiteY19" fmla="*/ 551 h 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33" h="3752">
                <a:moveTo>
                  <a:pt x="159" y="551"/>
                </a:moveTo>
                <a:cubicBezTo>
                  <a:pt x="246" y="450"/>
                  <a:pt x="401" y="332"/>
                  <a:pt x="567" y="259"/>
                </a:cubicBezTo>
                <a:cubicBezTo>
                  <a:pt x="733" y="186"/>
                  <a:pt x="963" y="128"/>
                  <a:pt x="1154" y="113"/>
                </a:cubicBezTo>
                <a:cubicBezTo>
                  <a:pt x="1710" y="62"/>
                  <a:pt x="2040" y="109"/>
                  <a:pt x="2373" y="79"/>
                </a:cubicBezTo>
                <a:cubicBezTo>
                  <a:pt x="2706" y="49"/>
                  <a:pt x="2996" y="73"/>
                  <a:pt x="3251" y="40"/>
                </a:cubicBezTo>
                <a:cubicBezTo>
                  <a:pt x="3507" y="7"/>
                  <a:pt x="3662" y="-19"/>
                  <a:pt x="3953" y="19"/>
                </a:cubicBezTo>
                <a:cubicBezTo>
                  <a:pt x="4244" y="57"/>
                  <a:pt x="4762" y="177"/>
                  <a:pt x="4997" y="269"/>
                </a:cubicBezTo>
                <a:cubicBezTo>
                  <a:pt x="5233" y="361"/>
                  <a:pt x="5276" y="379"/>
                  <a:pt x="5365" y="572"/>
                </a:cubicBezTo>
                <a:cubicBezTo>
                  <a:pt x="5453" y="765"/>
                  <a:pt x="5511" y="1027"/>
                  <a:pt x="5528" y="1427"/>
                </a:cubicBezTo>
                <a:cubicBezTo>
                  <a:pt x="5544" y="1826"/>
                  <a:pt x="5522" y="2636"/>
                  <a:pt x="5462" y="2970"/>
                </a:cubicBezTo>
                <a:cubicBezTo>
                  <a:pt x="5403" y="3304"/>
                  <a:pt x="5423" y="3337"/>
                  <a:pt x="5169" y="3429"/>
                </a:cubicBezTo>
                <a:cubicBezTo>
                  <a:pt x="4914" y="3521"/>
                  <a:pt x="4343" y="3502"/>
                  <a:pt x="3937" y="3523"/>
                </a:cubicBezTo>
                <a:cubicBezTo>
                  <a:pt x="3530" y="3543"/>
                  <a:pt x="3099" y="3516"/>
                  <a:pt x="2729" y="3554"/>
                </a:cubicBezTo>
                <a:cubicBezTo>
                  <a:pt x="2359" y="3592"/>
                  <a:pt x="2086" y="3752"/>
                  <a:pt x="1717" y="3752"/>
                </a:cubicBezTo>
                <a:cubicBezTo>
                  <a:pt x="1349" y="3752"/>
                  <a:pt x="788" y="3636"/>
                  <a:pt x="518" y="3554"/>
                </a:cubicBezTo>
                <a:cubicBezTo>
                  <a:pt x="247" y="3472"/>
                  <a:pt x="179" y="3413"/>
                  <a:pt x="94" y="3262"/>
                </a:cubicBezTo>
                <a:cubicBezTo>
                  <a:pt x="8" y="3111"/>
                  <a:pt x="16" y="2928"/>
                  <a:pt x="4" y="2647"/>
                </a:cubicBezTo>
                <a:cubicBezTo>
                  <a:pt x="-8" y="2365"/>
                  <a:pt x="12" y="1899"/>
                  <a:pt x="20" y="1573"/>
                </a:cubicBezTo>
                <a:cubicBezTo>
                  <a:pt x="28" y="1246"/>
                  <a:pt x="24" y="1039"/>
                  <a:pt x="45" y="864"/>
                </a:cubicBezTo>
                <a:cubicBezTo>
                  <a:pt x="65" y="688"/>
                  <a:pt x="72" y="652"/>
                  <a:pt x="159" y="551"/>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34" name="任意多边形: 形状 15"/>
          <p:cNvSpPr/>
          <p:nvPr>
            <p:custDataLst>
              <p:tags r:id="rId8"/>
            </p:custDataLst>
          </p:nvPr>
        </p:nvSpPr>
        <p:spPr>
          <a:xfrm>
            <a:off x="523240" y="4219576"/>
            <a:ext cx="3633470" cy="2290445"/>
          </a:xfrm>
          <a:custGeom>
            <a:avLst/>
            <a:gdLst>
              <a:gd name="connsiteX0" fmla="*/ 165 w 5724"/>
              <a:gd name="connsiteY0" fmla="*/ 583 h 3793"/>
              <a:gd name="connsiteX1" fmla="*/ 587 w 5724"/>
              <a:gd name="connsiteY1" fmla="*/ 274 h 3793"/>
              <a:gd name="connsiteX2" fmla="*/ 1194 w 5724"/>
              <a:gd name="connsiteY2" fmla="*/ 120 h 3793"/>
              <a:gd name="connsiteX3" fmla="*/ 2455 w 5724"/>
              <a:gd name="connsiteY3" fmla="*/ 84 h 3793"/>
              <a:gd name="connsiteX4" fmla="*/ 3364 w 5724"/>
              <a:gd name="connsiteY4" fmla="*/ 42 h 3793"/>
              <a:gd name="connsiteX5" fmla="*/ 4090 w 5724"/>
              <a:gd name="connsiteY5" fmla="*/ 20 h 3793"/>
              <a:gd name="connsiteX6" fmla="*/ 5170 w 5724"/>
              <a:gd name="connsiteY6" fmla="*/ 285 h 3793"/>
              <a:gd name="connsiteX7" fmla="*/ 5551 w 5724"/>
              <a:gd name="connsiteY7" fmla="*/ 605 h 3793"/>
              <a:gd name="connsiteX8" fmla="*/ 5720 w 5724"/>
              <a:gd name="connsiteY8" fmla="*/ 1510 h 3793"/>
              <a:gd name="connsiteX9" fmla="*/ 5652 w 5724"/>
              <a:gd name="connsiteY9" fmla="*/ 3143 h 3793"/>
              <a:gd name="connsiteX10" fmla="*/ 5348 w 5724"/>
              <a:gd name="connsiteY10" fmla="*/ 3628 h 3793"/>
              <a:gd name="connsiteX11" fmla="*/ 4074 w 5724"/>
              <a:gd name="connsiteY11" fmla="*/ 3728 h 3793"/>
              <a:gd name="connsiteX12" fmla="*/ 2824 w 5724"/>
              <a:gd name="connsiteY12" fmla="*/ 3760 h 3793"/>
              <a:gd name="connsiteX13" fmla="*/ 1735 w 5724"/>
              <a:gd name="connsiteY13" fmla="*/ 3740 h 3793"/>
              <a:gd name="connsiteX14" fmla="*/ 536 w 5724"/>
              <a:gd name="connsiteY14" fmla="*/ 3760 h 3793"/>
              <a:gd name="connsiteX15" fmla="*/ 104 w 5724"/>
              <a:gd name="connsiteY15" fmla="*/ 3452 h 3793"/>
              <a:gd name="connsiteX16" fmla="*/ 4 w 5724"/>
              <a:gd name="connsiteY16" fmla="*/ 2801 h 3793"/>
              <a:gd name="connsiteX17" fmla="*/ 21 w 5724"/>
              <a:gd name="connsiteY17" fmla="*/ 1664 h 3793"/>
              <a:gd name="connsiteX18" fmla="*/ 47 w 5724"/>
              <a:gd name="connsiteY18" fmla="*/ 914 h 3793"/>
              <a:gd name="connsiteX19" fmla="*/ 165 w 5724"/>
              <a:gd name="connsiteY19" fmla="*/ 583 h 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25" h="3794">
                <a:moveTo>
                  <a:pt x="165" y="583"/>
                </a:moveTo>
                <a:cubicBezTo>
                  <a:pt x="255" y="476"/>
                  <a:pt x="415" y="351"/>
                  <a:pt x="587" y="274"/>
                </a:cubicBezTo>
                <a:cubicBezTo>
                  <a:pt x="758" y="197"/>
                  <a:pt x="996" y="135"/>
                  <a:pt x="1194" y="120"/>
                </a:cubicBezTo>
                <a:cubicBezTo>
                  <a:pt x="1769" y="66"/>
                  <a:pt x="2111" y="115"/>
                  <a:pt x="2455" y="84"/>
                </a:cubicBezTo>
                <a:cubicBezTo>
                  <a:pt x="2800" y="52"/>
                  <a:pt x="3100" y="77"/>
                  <a:pt x="3364" y="42"/>
                </a:cubicBezTo>
                <a:cubicBezTo>
                  <a:pt x="3629" y="7"/>
                  <a:pt x="3789" y="-20"/>
                  <a:pt x="4090" y="20"/>
                </a:cubicBezTo>
                <a:cubicBezTo>
                  <a:pt x="4391" y="60"/>
                  <a:pt x="4927" y="187"/>
                  <a:pt x="5170" y="285"/>
                </a:cubicBezTo>
                <a:cubicBezTo>
                  <a:pt x="5415" y="382"/>
                  <a:pt x="5459" y="401"/>
                  <a:pt x="5551" y="605"/>
                </a:cubicBezTo>
                <a:cubicBezTo>
                  <a:pt x="5642" y="809"/>
                  <a:pt x="5702" y="1087"/>
                  <a:pt x="5720" y="1510"/>
                </a:cubicBezTo>
                <a:cubicBezTo>
                  <a:pt x="5736" y="1932"/>
                  <a:pt x="5714" y="2789"/>
                  <a:pt x="5652" y="3143"/>
                </a:cubicBezTo>
                <a:cubicBezTo>
                  <a:pt x="5590" y="3496"/>
                  <a:pt x="5611" y="3531"/>
                  <a:pt x="5348" y="3628"/>
                </a:cubicBezTo>
                <a:cubicBezTo>
                  <a:pt x="5085" y="3726"/>
                  <a:pt x="4494" y="3705"/>
                  <a:pt x="4074" y="3728"/>
                </a:cubicBezTo>
                <a:cubicBezTo>
                  <a:pt x="3652" y="3749"/>
                  <a:pt x="3207" y="3720"/>
                  <a:pt x="2824" y="3760"/>
                </a:cubicBezTo>
                <a:cubicBezTo>
                  <a:pt x="2441" y="3801"/>
                  <a:pt x="2116" y="3740"/>
                  <a:pt x="1735" y="3740"/>
                </a:cubicBezTo>
                <a:cubicBezTo>
                  <a:pt x="1354" y="3740"/>
                  <a:pt x="815" y="3847"/>
                  <a:pt x="536" y="3760"/>
                </a:cubicBezTo>
                <a:cubicBezTo>
                  <a:pt x="256" y="3674"/>
                  <a:pt x="192" y="3611"/>
                  <a:pt x="104" y="3452"/>
                </a:cubicBezTo>
                <a:cubicBezTo>
                  <a:pt x="15" y="3292"/>
                  <a:pt x="17" y="3098"/>
                  <a:pt x="4" y="2801"/>
                </a:cubicBezTo>
                <a:cubicBezTo>
                  <a:pt x="-8" y="2502"/>
                  <a:pt x="12" y="2009"/>
                  <a:pt x="21" y="1664"/>
                </a:cubicBezTo>
                <a:cubicBezTo>
                  <a:pt x="29" y="1318"/>
                  <a:pt x="25" y="1099"/>
                  <a:pt x="47" y="914"/>
                </a:cubicBezTo>
                <a:cubicBezTo>
                  <a:pt x="67" y="728"/>
                  <a:pt x="74" y="690"/>
                  <a:pt x="165" y="583"/>
                </a:cubicBezTo>
                <a:close/>
              </a:path>
            </a:pathLst>
          </a:custGeom>
          <a:noFill/>
          <a:ln w="19050" cap="rnd" cmpd="sng" algn="ctr">
            <a:solidFill>
              <a:srgbClr val="C0504D"/>
            </a:solidFill>
            <a:prstDash val="solid"/>
            <a:round/>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53" name="任意多边形: 形状 167"/>
          <p:cNvSpPr/>
          <p:nvPr>
            <p:custDataLst>
              <p:tags r:id="rId9"/>
            </p:custDataLst>
          </p:nvPr>
        </p:nvSpPr>
        <p:spPr>
          <a:xfrm>
            <a:off x="3317876" y="6330316"/>
            <a:ext cx="240030" cy="243205"/>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2">
              <a:lumMod val="40000"/>
              <a:lumOff val="60000"/>
            </a:schemeClr>
          </a:solidFill>
          <a:ln w="22225"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1" name="任意多边形: 形状 11"/>
          <p:cNvSpPr/>
          <p:nvPr>
            <p:custDataLst>
              <p:tags r:id="rId10"/>
            </p:custDataLst>
          </p:nvPr>
        </p:nvSpPr>
        <p:spPr>
          <a:xfrm>
            <a:off x="8082916" y="1747520"/>
            <a:ext cx="3531870" cy="2376170"/>
          </a:xfrm>
          <a:custGeom>
            <a:avLst/>
            <a:gdLst>
              <a:gd name="connsiteX0" fmla="*/ 410505 w 3859608"/>
              <a:gd name="connsiteY0" fmla="*/ 283210 h 2596040"/>
              <a:gd name="connsiteX1" fmla="*/ 172653 w 3859608"/>
              <a:gd name="connsiteY1" fmla="*/ 608963 h 2596040"/>
              <a:gd name="connsiteX2" fmla="*/ 17533 w 3859608"/>
              <a:gd name="connsiteY2" fmla="*/ 1369054 h 2596040"/>
              <a:gd name="connsiteX3" fmla="*/ 22704 w 3859608"/>
              <a:gd name="connsiteY3" fmla="*/ 2072267 h 2596040"/>
              <a:gd name="connsiteX4" fmla="*/ 188165 w 3859608"/>
              <a:gd name="connsiteY4" fmla="*/ 2470409 h 2596040"/>
              <a:gd name="connsiteX5" fmla="*/ 798306 w 3859608"/>
              <a:gd name="connsiteY5" fmla="*/ 2584164 h 2596040"/>
              <a:gd name="connsiteX6" fmla="*/ 1615273 w 3859608"/>
              <a:gd name="connsiteY6" fmla="*/ 2589335 h 2596040"/>
              <a:gd name="connsiteX7" fmla="*/ 2897602 w 3859608"/>
              <a:gd name="connsiteY7" fmla="*/ 2584164 h 2596040"/>
              <a:gd name="connsiteX8" fmla="*/ 3404328 w 3859608"/>
              <a:gd name="connsiteY8" fmla="*/ 2449726 h 2596040"/>
              <a:gd name="connsiteX9" fmla="*/ 3807641 w 3859608"/>
              <a:gd name="connsiteY9" fmla="*/ 1963682 h 2596040"/>
              <a:gd name="connsiteX10" fmla="*/ 3843836 w 3859608"/>
              <a:gd name="connsiteY10" fmla="*/ 965741 h 2596040"/>
              <a:gd name="connsiteX11" fmla="*/ 3709398 w 3859608"/>
              <a:gd name="connsiteY11" fmla="*/ 231504 h 2596040"/>
              <a:gd name="connsiteX12" fmla="*/ 3425011 w 3859608"/>
              <a:gd name="connsiteY12" fmla="*/ 76383 h 2596040"/>
              <a:gd name="connsiteX13" fmla="*/ 2825212 w 3859608"/>
              <a:gd name="connsiteY13" fmla="*/ 24676 h 2596040"/>
              <a:gd name="connsiteX14" fmla="*/ 1708345 w 3859608"/>
              <a:gd name="connsiteY14" fmla="*/ 3994 h 2596040"/>
              <a:gd name="connsiteX15" fmla="*/ 917231 w 3859608"/>
              <a:gd name="connsiteY15" fmla="*/ 102237 h 2596040"/>
              <a:gd name="connsiteX16" fmla="*/ 410505 w 3859608"/>
              <a:gd name="connsiteY16" fmla="*/ 283210 h 259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9608" h="2596040" fill="none" extrusionOk="0">
                <a:moveTo>
                  <a:pt x="410505" y="283210"/>
                </a:moveTo>
                <a:cubicBezTo>
                  <a:pt x="286073" y="375631"/>
                  <a:pt x="240626" y="426521"/>
                  <a:pt x="172653" y="608963"/>
                </a:cubicBezTo>
                <a:cubicBezTo>
                  <a:pt x="83562" y="827397"/>
                  <a:pt x="31121" y="1125778"/>
                  <a:pt x="17533" y="1369054"/>
                </a:cubicBezTo>
                <a:cubicBezTo>
                  <a:pt x="14357" y="1656132"/>
                  <a:pt x="-48024" y="1911008"/>
                  <a:pt x="22704" y="2072267"/>
                </a:cubicBezTo>
                <a:cubicBezTo>
                  <a:pt x="54451" y="2236901"/>
                  <a:pt x="46601" y="2384397"/>
                  <a:pt x="188165" y="2470409"/>
                </a:cubicBezTo>
                <a:cubicBezTo>
                  <a:pt x="342995" y="2577733"/>
                  <a:pt x="554587" y="2582059"/>
                  <a:pt x="798306" y="2584164"/>
                </a:cubicBezTo>
                <a:cubicBezTo>
                  <a:pt x="1036157" y="2603986"/>
                  <a:pt x="1615273" y="2589335"/>
                  <a:pt x="1615273" y="2589335"/>
                </a:cubicBezTo>
                <a:cubicBezTo>
                  <a:pt x="2043894" y="2614005"/>
                  <a:pt x="2597641" y="2570406"/>
                  <a:pt x="2897602" y="2584164"/>
                </a:cubicBezTo>
                <a:cubicBezTo>
                  <a:pt x="3208477" y="2568896"/>
                  <a:pt x="3249360" y="2553863"/>
                  <a:pt x="3404328" y="2449726"/>
                </a:cubicBezTo>
                <a:cubicBezTo>
                  <a:pt x="3552418" y="2357485"/>
                  <a:pt x="3729033" y="2194142"/>
                  <a:pt x="3807641" y="1963682"/>
                </a:cubicBezTo>
                <a:cubicBezTo>
                  <a:pt x="3911873" y="1693082"/>
                  <a:pt x="3871412" y="1234988"/>
                  <a:pt x="3843836" y="965741"/>
                </a:cubicBezTo>
                <a:cubicBezTo>
                  <a:pt x="3783250" y="660095"/>
                  <a:pt x="3792777" y="366381"/>
                  <a:pt x="3709398" y="231504"/>
                </a:cubicBezTo>
                <a:cubicBezTo>
                  <a:pt x="3630812" y="88201"/>
                  <a:pt x="3574538" y="116717"/>
                  <a:pt x="3425011" y="76383"/>
                </a:cubicBezTo>
                <a:cubicBezTo>
                  <a:pt x="3296892" y="38093"/>
                  <a:pt x="3107294" y="51816"/>
                  <a:pt x="2825212" y="24676"/>
                </a:cubicBezTo>
                <a:cubicBezTo>
                  <a:pt x="2582494" y="25058"/>
                  <a:pt x="2014779" y="-46631"/>
                  <a:pt x="1708345" y="3994"/>
                </a:cubicBezTo>
                <a:cubicBezTo>
                  <a:pt x="1449086" y="18787"/>
                  <a:pt x="1139151" y="61516"/>
                  <a:pt x="917231" y="102237"/>
                </a:cubicBezTo>
                <a:cubicBezTo>
                  <a:pt x="715309" y="162546"/>
                  <a:pt x="533749" y="239376"/>
                  <a:pt x="410505" y="283210"/>
                </a:cubicBezTo>
                <a:close/>
              </a:path>
              <a:path w="3859608" h="2596040" stroke="0" extrusionOk="0">
                <a:moveTo>
                  <a:pt x="410505" y="283210"/>
                </a:moveTo>
                <a:cubicBezTo>
                  <a:pt x="279587" y="363458"/>
                  <a:pt x="224974" y="432935"/>
                  <a:pt x="172653" y="608963"/>
                </a:cubicBezTo>
                <a:cubicBezTo>
                  <a:pt x="171229" y="803426"/>
                  <a:pt x="-7358" y="1126756"/>
                  <a:pt x="17533" y="1369054"/>
                </a:cubicBezTo>
                <a:cubicBezTo>
                  <a:pt x="-39544" y="1644271"/>
                  <a:pt x="-15145" y="1940717"/>
                  <a:pt x="22704" y="2072267"/>
                </a:cubicBezTo>
                <a:cubicBezTo>
                  <a:pt x="43053" y="2251400"/>
                  <a:pt x="64244" y="2387648"/>
                  <a:pt x="188165" y="2470409"/>
                </a:cubicBezTo>
                <a:cubicBezTo>
                  <a:pt x="325479" y="2556680"/>
                  <a:pt x="578887" y="2526409"/>
                  <a:pt x="798306" y="2584164"/>
                </a:cubicBezTo>
                <a:cubicBezTo>
                  <a:pt x="1036156" y="2603985"/>
                  <a:pt x="1615273" y="2589335"/>
                  <a:pt x="1615273" y="2589335"/>
                </a:cubicBezTo>
                <a:cubicBezTo>
                  <a:pt x="1956651" y="2508227"/>
                  <a:pt x="2551691" y="2673769"/>
                  <a:pt x="2897602" y="2584164"/>
                </a:cubicBezTo>
                <a:cubicBezTo>
                  <a:pt x="3203248" y="2565078"/>
                  <a:pt x="3263502" y="2555748"/>
                  <a:pt x="3404328" y="2449726"/>
                </a:cubicBezTo>
                <a:cubicBezTo>
                  <a:pt x="3524942" y="2341289"/>
                  <a:pt x="3754780" y="2227688"/>
                  <a:pt x="3807641" y="1963682"/>
                </a:cubicBezTo>
                <a:cubicBezTo>
                  <a:pt x="3900206" y="1745102"/>
                  <a:pt x="3862259" y="1275660"/>
                  <a:pt x="3843836" y="965741"/>
                </a:cubicBezTo>
                <a:cubicBezTo>
                  <a:pt x="3845536" y="704885"/>
                  <a:pt x="3809203" y="416479"/>
                  <a:pt x="3709398" y="231504"/>
                </a:cubicBezTo>
                <a:cubicBezTo>
                  <a:pt x="3653507" y="71096"/>
                  <a:pt x="3574699" y="99925"/>
                  <a:pt x="3425011" y="76383"/>
                </a:cubicBezTo>
                <a:cubicBezTo>
                  <a:pt x="3258228" y="45101"/>
                  <a:pt x="3078290" y="13948"/>
                  <a:pt x="2825212" y="24676"/>
                </a:cubicBezTo>
                <a:cubicBezTo>
                  <a:pt x="2519119" y="11194"/>
                  <a:pt x="1993126" y="-76643"/>
                  <a:pt x="1708345" y="3994"/>
                </a:cubicBezTo>
                <a:cubicBezTo>
                  <a:pt x="1394703" y="-41992"/>
                  <a:pt x="1095459" y="77935"/>
                  <a:pt x="917231" y="102237"/>
                </a:cubicBezTo>
                <a:cubicBezTo>
                  <a:pt x="695506" y="158463"/>
                  <a:pt x="543260" y="222970"/>
                  <a:pt x="410505" y="283210"/>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32" name="任意多边形: 形状 10"/>
          <p:cNvSpPr/>
          <p:nvPr>
            <p:custDataLst>
              <p:tags r:id="rId11"/>
            </p:custDataLst>
          </p:nvPr>
        </p:nvSpPr>
        <p:spPr>
          <a:xfrm>
            <a:off x="8052436" y="1694815"/>
            <a:ext cx="3499485" cy="2354580"/>
          </a:xfrm>
          <a:custGeom>
            <a:avLst/>
            <a:gdLst>
              <a:gd name="connsiteX0" fmla="*/ 1114506 w 3791921"/>
              <a:gd name="connsiteY0" fmla="*/ 85204 h 2550511"/>
              <a:gd name="connsiteX1" fmla="*/ 484586 w 3791921"/>
              <a:gd name="connsiteY1" fmla="*/ 232524 h 2550511"/>
              <a:gd name="connsiteX2" fmla="*/ 169626 w 3791921"/>
              <a:gd name="connsiteY2" fmla="*/ 598284 h 2550511"/>
              <a:gd name="connsiteX3" fmla="*/ 17226 w 3791921"/>
              <a:gd name="connsiteY3" fmla="*/ 1345044 h 2550511"/>
              <a:gd name="connsiteX4" fmla="*/ 22306 w 3791921"/>
              <a:gd name="connsiteY4" fmla="*/ 2035924 h 2550511"/>
              <a:gd name="connsiteX5" fmla="*/ 184866 w 3791921"/>
              <a:gd name="connsiteY5" fmla="*/ 2427084 h 2550511"/>
              <a:gd name="connsiteX6" fmla="*/ 784306 w 3791921"/>
              <a:gd name="connsiteY6" fmla="*/ 2538844 h 2550511"/>
              <a:gd name="connsiteX7" fmla="*/ 1586946 w 3791921"/>
              <a:gd name="connsiteY7" fmla="*/ 2543924 h 2550511"/>
              <a:gd name="connsiteX8" fmla="*/ 2846786 w 3791921"/>
              <a:gd name="connsiteY8" fmla="*/ 2538844 h 2550511"/>
              <a:gd name="connsiteX9" fmla="*/ 3344626 w 3791921"/>
              <a:gd name="connsiteY9" fmla="*/ 2406764 h 2550511"/>
              <a:gd name="connsiteX10" fmla="*/ 3740866 w 3791921"/>
              <a:gd name="connsiteY10" fmla="*/ 1929244 h 2550511"/>
              <a:gd name="connsiteX11" fmla="*/ 3776426 w 3791921"/>
              <a:gd name="connsiteY11" fmla="*/ 948804 h 2550511"/>
              <a:gd name="connsiteX12" fmla="*/ 3644346 w 3791921"/>
              <a:gd name="connsiteY12" fmla="*/ 227444 h 2550511"/>
              <a:gd name="connsiteX13" fmla="*/ 3364946 w 3791921"/>
              <a:gd name="connsiteY13" fmla="*/ 75044 h 2550511"/>
              <a:gd name="connsiteX14" fmla="*/ 2775666 w 3791921"/>
              <a:gd name="connsiteY14" fmla="*/ 24244 h 2550511"/>
              <a:gd name="connsiteX15" fmla="*/ 1678386 w 3791921"/>
              <a:gd name="connsiteY15" fmla="*/ 3924 h 2550511"/>
              <a:gd name="connsiteX16" fmla="*/ 901146 w 3791921"/>
              <a:gd name="connsiteY16" fmla="*/ 100444 h 2550511"/>
              <a:gd name="connsiteX17" fmla="*/ 403306 w 3791921"/>
              <a:gd name="connsiteY17" fmla="*/ 278244 h 2550511"/>
              <a:gd name="connsiteX18" fmla="*/ 255986 w 3791921"/>
              <a:gd name="connsiteY18" fmla="*/ 557644 h 2550511"/>
              <a:gd name="connsiteX0-1" fmla="*/ 1114506 w 3791921"/>
              <a:gd name="connsiteY0-2" fmla="*/ 85204 h 2550511"/>
              <a:gd name="connsiteX1-3" fmla="*/ 484586 w 3791921"/>
              <a:gd name="connsiteY1-4" fmla="*/ 232524 h 2550511"/>
              <a:gd name="connsiteX2-5" fmla="*/ 169626 w 3791921"/>
              <a:gd name="connsiteY2-6" fmla="*/ 598284 h 2550511"/>
              <a:gd name="connsiteX3-7" fmla="*/ 17226 w 3791921"/>
              <a:gd name="connsiteY3-8" fmla="*/ 1345044 h 2550511"/>
              <a:gd name="connsiteX4-9" fmla="*/ 22306 w 3791921"/>
              <a:gd name="connsiteY4-10" fmla="*/ 2035924 h 2550511"/>
              <a:gd name="connsiteX5-11" fmla="*/ 184866 w 3791921"/>
              <a:gd name="connsiteY5-12" fmla="*/ 2427084 h 2550511"/>
              <a:gd name="connsiteX6-13" fmla="*/ 784306 w 3791921"/>
              <a:gd name="connsiteY6-14" fmla="*/ 2538844 h 2550511"/>
              <a:gd name="connsiteX7-15" fmla="*/ 1586946 w 3791921"/>
              <a:gd name="connsiteY7-16" fmla="*/ 2543924 h 2550511"/>
              <a:gd name="connsiteX8-17" fmla="*/ 2846786 w 3791921"/>
              <a:gd name="connsiteY8-18" fmla="*/ 2538844 h 2550511"/>
              <a:gd name="connsiteX9-19" fmla="*/ 3344626 w 3791921"/>
              <a:gd name="connsiteY9-20" fmla="*/ 2406764 h 2550511"/>
              <a:gd name="connsiteX10-21" fmla="*/ 3740866 w 3791921"/>
              <a:gd name="connsiteY10-22" fmla="*/ 1929244 h 2550511"/>
              <a:gd name="connsiteX11-23" fmla="*/ 3776426 w 3791921"/>
              <a:gd name="connsiteY11-24" fmla="*/ 948804 h 2550511"/>
              <a:gd name="connsiteX12-25" fmla="*/ 3644346 w 3791921"/>
              <a:gd name="connsiteY12-26" fmla="*/ 227444 h 2550511"/>
              <a:gd name="connsiteX13-27" fmla="*/ 3364946 w 3791921"/>
              <a:gd name="connsiteY13-28" fmla="*/ 75044 h 2550511"/>
              <a:gd name="connsiteX14-29" fmla="*/ 2775666 w 3791921"/>
              <a:gd name="connsiteY14-30" fmla="*/ 24244 h 2550511"/>
              <a:gd name="connsiteX15-31" fmla="*/ 1678386 w 3791921"/>
              <a:gd name="connsiteY15-32" fmla="*/ 3924 h 2550511"/>
              <a:gd name="connsiteX16-33" fmla="*/ 901146 w 3791921"/>
              <a:gd name="connsiteY16-34" fmla="*/ 100444 h 2550511"/>
              <a:gd name="connsiteX17-35" fmla="*/ 403306 w 3791921"/>
              <a:gd name="connsiteY17-36" fmla="*/ 278244 h 2550511"/>
              <a:gd name="connsiteX0-37" fmla="*/ 484586 w 3791921"/>
              <a:gd name="connsiteY0-38" fmla="*/ 232524 h 2550511"/>
              <a:gd name="connsiteX1-39" fmla="*/ 169626 w 3791921"/>
              <a:gd name="connsiteY1-40" fmla="*/ 598284 h 2550511"/>
              <a:gd name="connsiteX2-41" fmla="*/ 17226 w 3791921"/>
              <a:gd name="connsiteY2-42" fmla="*/ 1345044 h 2550511"/>
              <a:gd name="connsiteX3-43" fmla="*/ 22306 w 3791921"/>
              <a:gd name="connsiteY3-44" fmla="*/ 2035924 h 2550511"/>
              <a:gd name="connsiteX4-45" fmla="*/ 184866 w 3791921"/>
              <a:gd name="connsiteY4-46" fmla="*/ 2427084 h 2550511"/>
              <a:gd name="connsiteX5-47" fmla="*/ 784306 w 3791921"/>
              <a:gd name="connsiteY5-48" fmla="*/ 2538844 h 2550511"/>
              <a:gd name="connsiteX6-49" fmla="*/ 1586946 w 3791921"/>
              <a:gd name="connsiteY6-50" fmla="*/ 2543924 h 2550511"/>
              <a:gd name="connsiteX7-51" fmla="*/ 2846786 w 3791921"/>
              <a:gd name="connsiteY7-52" fmla="*/ 2538844 h 2550511"/>
              <a:gd name="connsiteX8-53" fmla="*/ 3344626 w 3791921"/>
              <a:gd name="connsiteY8-54" fmla="*/ 2406764 h 2550511"/>
              <a:gd name="connsiteX9-55" fmla="*/ 3740866 w 3791921"/>
              <a:gd name="connsiteY9-56" fmla="*/ 1929244 h 2550511"/>
              <a:gd name="connsiteX10-57" fmla="*/ 3776426 w 3791921"/>
              <a:gd name="connsiteY10-58" fmla="*/ 948804 h 2550511"/>
              <a:gd name="connsiteX11-59" fmla="*/ 3644346 w 3791921"/>
              <a:gd name="connsiteY11-60" fmla="*/ 227444 h 2550511"/>
              <a:gd name="connsiteX12-61" fmla="*/ 3364946 w 3791921"/>
              <a:gd name="connsiteY12-62" fmla="*/ 75044 h 2550511"/>
              <a:gd name="connsiteX13-63" fmla="*/ 2775666 w 3791921"/>
              <a:gd name="connsiteY13-64" fmla="*/ 24244 h 2550511"/>
              <a:gd name="connsiteX14-65" fmla="*/ 1678386 w 3791921"/>
              <a:gd name="connsiteY14-66" fmla="*/ 3924 h 2550511"/>
              <a:gd name="connsiteX15-67" fmla="*/ 901146 w 3791921"/>
              <a:gd name="connsiteY15-68" fmla="*/ 100444 h 2550511"/>
              <a:gd name="connsiteX16-69" fmla="*/ 403306 w 3791921"/>
              <a:gd name="connsiteY16-70" fmla="*/ 278244 h 2550511"/>
              <a:gd name="connsiteX0-71" fmla="*/ 484586 w 3791921"/>
              <a:gd name="connsiteY0-72" fmla="*/ 232524 h 2550511"/>
              <a:gd name="connsiteX1-73" fmla="*/ 169626 w 3791921"/>
              <a:gd name="connsiteY1-74" fmla="*/ 598284 h 2550511"/>
              <a:gd name="connsiteX2-75" fmla="*/ 17226 w 3791921"/>
              <a:gd name="connsiteY2-76" fmla="*/ 1345044 h 2550511"/>
              <a:gd name="connsiteX3-77" fmla="*/ 22306 w 3791921"/>
              <a:gd name="connsiteY3-78" fmla="*/ 2035924 h 2550511"/>
              <a:gd name="connsiteX4-79" fmla="*/ 184866 w 3791921"/>
              <a:gd name="connsiteY4-80" fmla="*/ 2427084 h 2550511"/>
              <a:gd name="connsiteX5-81" fmla="*/ 784306 w 3791921"/>
              <a:gd name="connsiteY5-82" fmla="*/ 2538844 h 2550511"/>
              <a:gd name="connsiteX6-83" fmla="*/ 1586946 w 3791921"/>
              <a:gd name="connsiteY6-84" fmla="*/ 2543924 h 2550511"/>
              <a:gd name="connsiteX7-85" fmla="*/ 2846786 w 3791921"/>
              <a:gd name="connsiteY7-86" fmla="*/ 2538844 h 2550511"/>
              <a:gd name="connsiteX8-87" fmla="*/ 3344626 w 3791921"/>
              <a:gd name="connsiteY8-88" fmla="*/ 2406764 h 2550511"/>
              <a:gd name="connsiteX9-89" fmla="*/ 3740866 w 3791921"/>
              <a:gd name="connsiteY9-90" fmla="*/ 1929244 h 2550511"/>
              <a:gd name="connsiteX10-91" fmla="*/ 3776426 w 3791921"/>
              <a:gd name="connsiteY10-92" fmla="*/ 948804 h 2550511"/>
              <a:gd name="connsiteX11-93" fmla="*/ 3644346 w 3791921"/>
              <a:gd name="connsiteY11-94" fmla="*/ 227444 h 2550511"/>
              <a:gd name="connsiteX12-95" fmla="*/ 3364946 w 3791921"/>
              <a:gd name="connsiteY12-96" fmla="*/ 75044 h 2550511"/>
              <a:gd name="connsiteX13-97" fmla="*/ 2775666 w 3791921"/>
              <a:gd name="connsiteY13-98" fmla="*/ 24244 h 2550511"/>
              <a:gd name="connsiteX14-99" fmla="*/ 1678386 w 3791921"/>
              <a:gd name="connsiteY14-100" fmla="*/ 3924 h 2550511"/>
              <a:gd name="connsiteX15-101" fmla="*/ 901146 w 3791921"/>
              <a:gd name="connsiteY15-102" fmla="*/ 100444 h 2550511"/>
              <a:gd name="connsiteX16-103" fmla="*/ 403306 w 3791921"/>
              <a:gd name="connsiteY16-104" fmla="*/ 278244 h 2550511"/>
              <a:gd name="connsiteX17-105" fmla="*/ 484586 w 3791921"/>
              <a:gd name="connsiteY17-106" fmla="*/ 232524 h 2550511"/>
              <a:gd name="connsiteX0-107" fmla="*/ 403306 w 3791921"/>
              <a:gd name="connsiteY0-108" fmla="*/ 278244 h 2550511"/>
              <a:gd name="connsiteX1-109" fmla="*/ 169626 w 3791921"/>
              <a:gd name="connsiteY1-110" fmla="*/ 598284 h 2550511"/>
              <a:gd name="connsiteX2-111" fmla="*/ 17226 w 3791921"/>
              <a:gd name="connsiteY2-112" fmla="*/ 1345044 h 2550511"/>
              <a:gd name="connsiteX3-113" fmla="*/ 22306 w 3791921"/>
              <a:gd name="connsiteY3-114" fmla="*/ 2035924 h 2550511"/>
              <a:gd name="connsiteX4-115" fmla="*/ 184866 w 3791921"/>
              <a:gd name="connsiteY4-116" fmla="*/ 2427084 h 2550511"/>
              <a:gd name="connsiteX5-117" fmla="*/ 784306 w 3791921"/>
              <a:gd name="connsiteY5-118" fmla="*/ 2538844 h 2550511"/>
              <a:gd name="connsiteX6-119" fmla="*/ 1586946 w 3791921"/>
              <a:gd name="connsiteY6-120" fmla="*/ 2543924 h 2550511"/>
              <a:gd name="connsiteX7-121" fmla="*/ 2846786 w 3791921"/>
              <a:gd name="connsiteY7-122" fmla="*/ 2538844 h 2550511"/>
              <a:gd name="connsiteX8-123" fmla="*/ 3344626 w 3791921"/>
              <a:gd name="connsiteY8-124" fmla="*/ 2406764 h 2550511"/>
              <a:gd name="connsiteX9-125" fmla="*/ 3740866 w 3791921"/>
              <a:gd name="connsiteY9-126" fmla="*/ 1929244 h 2550511"/>
              <a:gd name="connsiteX10-127" fmla="*/ 3776426 w 3791921"/>
              <a:gd name="connsiteY10-128" fmla="*/ 948804 h 2550511"/>
              <a:gd name="connsiteX11-129" fmla="*/ 3644346 w 3791921"/>
              <a:gd name="connsiteY11-130" fmla="*/ 227444 h 2550511"/>
              <a:gd name="connsiteX12-131" fmla="*/ 3364946 w 3791921"/>
              <a:gd name="connsiteY12-132" fmla="*/ 75044 h 2550511"/>
              <a:gd name="connsiteX13-133" fmla="*/ 2775666 w 3791921"/>
              <a:gd name="connsiteY13-134" fmla="*/ 24244 h 2550511"/>
              <a:gd name="connsiteX14-135" fmla="*/ 1678386 w 3791921"/>
              <a:gd name="connsiteY14-136" fmla="*/ 3924 h 2550511"/>
              <a:gd name="connsiteX15-137" fmla="*/ 901146 w 3791921"/>
              <a:gd name="connsiteY15-138" fmla="*/ 100444 h 2550511"/>
              <a:gd name="connsiteX16-139" fmla="*/ 403306 w 3791921"/>
              <a:gd name="connsiteY16-140" fmla="*/ 278244 h 2550511"/>
              <a:gd name="connsiteX0-141" fmla="*/ 403306 w 3791921"/>
              <a:gd name="connsiteY0-142" fmla="*/ 278244 h 2550511"/>
              <a:gd name="connsiteX1-143" fmla="*/ 169626 w 3791921"/>
              <a:gd name="connsiteY1-144" fmla="*/ 598284 h 2550511"/>
              <a:gd name="connsiteX2-145" fmla="*/ 17226 w 3791921"/>
              <a:gd name="connsiteY2-146" fmla="*/ 1345044 h 2550511"/>
              <a:gd name="connsiteX3-147" fmla="*/ 22306 w 3791921"/>
              <a:gd name="connsiteY3-148" fmla="*/ 2035924 h 2550511"/>
              <a:gd name="connsiteX4-149" fmla="*/ 184866 w 3791921"/>
              <a:gd name="connsiteY4-150" fmla="*/ 2427084 h 2550511"/>
              <a:gd name="connsiteX5-151" fmla="*/ 784306 w 3791921"/>
              <a:gd name="connsiteY5-152" fmla="*/ 2538844 h 2550511"/>
              <a:gd name="connsiteX6-153" fmla="*/ 1586946 w 3791921"/>
              <a:gd name="connsiteY6-154" fmla="*/ 2543924 h 2550511"/>
              <a:gd name="connsiteX7-155" fmla="*/ 2846786 w 3791921"/>
              <a:gd name="connsiteY7-156" fmla="*/ 2538844 h 2550511"/>
              <a:gd name="connsiteX8-157" fmla="*/ 3344626 w 3791921"/>
              <a:gd name="connsiteY8-158" fmla="*/ 2406764 h 2550511"/>
              <a:gd name="connsiteX9-159" fmla="*/ 3740866 w 3791921"/>
              <a:gd name="connsiteY9-160" fmla="*/ 1929244 h 2550511"/>
              <a:gd name="connsiteX10-161" fmla="*/ 3776426 w 3791921"/>
              <a:gd name="connsiteY10-162" fmla="*/ 948804 h 2550511"/>
              <a:gd name="connsiteX11-163" fmla="*/ 3644346 w 3791921"/>
              <a:gd name="connsiteY11-164" fmla="*/ 227444 h 2550511"/>
              <a:gd name="connsiteX12-165" fmla="*/ 3364946 w 3791921"/>
              <a:gd name="connsiteY12-166" fmla="*/ 75044 h 2550511"/>
              <a:gd name="connsiteX13-167" fmla="*/ 2775666 w 3791921"/>
              <a:gd name="connsiteY13-168" fmla="*/ 24244 h 2550511"/>
              <a:gd name="connsiteX14-169" fmla="*/ 1678386 w 3791921"/>
              <a:gd name="connsiteY14-170" fmla="*/ 3924 h 2550511"/>
              <a:gd name="connsiteX15-171" fmla="*/ 901146 w 3791921"/>
              <a:gd name="connsiteY15-172" fmla="*/ 100444 h 2550511"/>
              <a:gd name="connsiteX16-173" fmla="*/ 403306 w 3791921"/>
              <a:gd name="connsiteY16-174" fmla="*/ 278244 h 25505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3791921" h="2550511">
                <a:moveTo>
                  <a:pt x="403306" y="278244"/>
                </a:moveTo>
                <a:cubicBezTo>
                  <a:pt x="281386" y="361217"/>
                  <a:pt x="233973" y="420484"/>
                  <a:pt x="169626" y="598284"/>
                </a:cubicBezTo>
                <a:cubicBezTo>
                  <a:pt x="105279" y="776084"/>
                  <a:pt x="41779" y="1105437"/>
                  <a:pt x="17226" y="1345044"/>
                </a:cubicBezTo>
                <a:cubicBezTo>
                  <a:pt x="-7327" y="1584651"/>
                  <a:pt x="-5634" y="1855584"/>
                  <a:pt x="22306" y="2035924"/>
                </a:cubicBezTo>
                <a:cubicBezTo>
                  <a:pt x="50246" y="2216264"/>
                  <a:pt x="57866" y="2343264"/>
                  <a:pt x="184866" y="2427084"/>
                </a:cubicBezTo>
                <a:cubicBezTo>
                  <a:pt x="311866" y="2510904"/>
                  <a:pt x="550626" y="2519371"/>
                  <a:pt x="784306" y="2538844"/>
                </a:cubicBezTo>
                <a:cubicBezTo>
                  <a:pt x="1017986" y="2558317"/>
                  <a:pt x="1586946" y="2543924"/>
                  <a:pt x="1586946" y="2543924"/>
                </a:cubicBezTo>
                <a:cubicBezTo>
                  <a:pt x="1930693" y="2543924"/>
                  <a:pt x="2553839" y="2561704"/>
                  <a:pt x="2846786" y="2538844"/>
                </a:cubicBezTo>
                <a:cubicBezTo>
                  <a:pt x="3139733" y="2515984"/>
                  <a:pt x="3195613" y="2508364"/>
                  <a:pt x="3344626" y="2406764"/>
                </a:cubicBezTo>
                <a:cubicBezTo>
                  <a:pt x="3493639" y="2305164"/>
                  <a:pt x="3668899" y="2172237"/>
                  <a:pt x="3740866" y="1929244"/>
                </a:cubicBezTo>
                <a:cubicBezTo>
                  <a:pt x="3812833" y="1686251"/>
                  <a:pt x="3792513" y="1232437"/>
                  <a:pt x="3776426" y="948804"/>
                </a:cubicBezTo>
                <a:cubicBezTo>
                  <a:pt x="3760339" y="665171"/>
                  <a:pt x="3712926" y="373071"/>
                  <a:pt x="3644346" y="227444"/>
                </a:cubicBezTo>
                <a:cubicBezTo>
                  <a:pt x="3575766" y="81817"/>
                  <a:pt x="3509726" y="108911"/>
                  <a:pt x="3364946" y="75044"/>
                </a:cubicBezTo>
                <a:cubicBezTo>
                  <a:pt x="3220166" y="41177"/>
                  <a:pt x="3056759" y="36097"/>
                  <a:pt x="2775666" y="24244"/>
                </a:cubicBezTo>
                <a:cubicBezTo>
                  <a:pt x="2494573" y="12391"/>
                  <a:pt x="1990806" y="-8776"/>
                  <a:pt x="1678386" y="3924"/>
                </a:cubicBezTo>
                <a:cubicBezTo>
                  <a:pt x="1365966" y="16624"/>
                  <a:pt x="1113659" y="54724"/>
                  <a:pt x="901146" y="100444"/>
                </a:cubicBezTo>
                <a:cubicBezTo>
                  <a:pt x="688633" y="146164"/>
                  <a:pt x="510833" y="202044"/>
                  <a:pt x="403306" y="278244"/>
                </a:cubicBezTo>
                <a:close/>
              </a:path>
            </a:pathLst>
          </a:custGeom>
          <a:noFill/>
          <a:ln w="19050" cap="flat" cmpd="sng" algn="ctr">
            <a:solidFill>
              <a:srgbClr val="4F81BD"/>
            </a:solidFill>
            <a:prstDash val="solid"/>
            <a:miter lim="800000"/>
          </a:ln>
          <a:effectLst/>
        </p:spPr>
        <p:txBody>
          <a:bodyPr rtlCol="0" anchor="ctr"/>
          <a:lstStyle/>
          <a:p>
            <a:pPr algn="ctr" defTabSz="914400"/>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54" name="任意多边形: 形状 167"/>
          <p:cNvSpPr/>
          <p:nvPr>
            <p:custDataLst>
              <p:tags r:id="rId12"/>
            </p:custDataLst>
          </p:nvPr>
        </p:nvSpPr>
        <p:spPr>
          <a:xfrm>
            <a:off x="11170921" y="3746501"/>
            <a:ext cx="239395" cy="241300"/>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1">
              <a:lumMod val="40000"/>
              <a:lumOff val="60000"/>
            </a:schemeClr>
          </a:solidFill>
          <a:ln w="22225" cap="flat">
            <a:solidFill>
              <a:schemeClr val="accent1"/>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5" name="任意多边形: 形状 167"/>
          <p:cNvSpPr/>
          <p:nvPr>
            <p:custDataLst>
              <p:tags r:id="rId13"/>
            </p:custDataLst>
          </p:nvPr>
        </p:nvSpPr>
        <p:spPr>
          <a:xfrm>
            <a:off x="11341736" y="3356611"/>
            <a:ext cx="363855" cy="367030"/>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1">
              <a:lumMod val="60000"/>
              <a:lumOff val="40000"/>
            </a:schemeClr>
          </a:solidFill>
          <a:ln w="22225" cap="flat">
            <a:solidFill>
              <a:schemeClr val="accent1"/>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0" name="任意多边形: 形状 15"/>
          <p:cNvSpPr/>
          <p:nvPr>
            <p:custDataLst>
              <p:tags r:id="rId14"/>
            </p:custDataLst>
          </p:nvPr>
        </p:nvSpPr>
        <p:spPr>
          <a:xfrm>
            <a:off x="4319906" y="1682115"/>
            <a:ext cx="3513455" cy="2382520"/>
          </a:xfrm>
          <a:custGeom>
            <a:avLst/>
            <a:gdLst>
              <a:gd name="connsiteX0" fmla="*/ 159 w 5532"/>
              <a:gd name="connsiteY0" fmla="*/ 551 h 3751"/>
              <a:gd name="connsiteX1" fmla="*/ 567 w 5532"/>
              <a:gd name="connsiteY1" fmla="*/ 259 h 3751"/>
              <a:gd name="connsiteX2" fmla="*/ 1154 w 5532"/>
              <a:gd name="connsiteY2" fmla="*/ 113 h 3751"/>
              <a:gd name="connsiteX3" fmla="*/ 2373 w 5532"/>
              <a:gd name="connsiteY3" fmla="*/ 79 h 3751"/>
              <a:gd name="connsiteX4" fmla="*/ 3251 w 5532"/>
              <a:gd name="connsiteY4" fmla="*/ 40 h 3751"/>
              <a:gd name="connsiteX5" fmla="*/ 3953 w 5532"/>
              <a:gd name="connsiteY5" fmla="*/ 19 h 3751"/>
              <a:gd name="connsiteX6" fmla="*/ 4997 w 5532"/>
              <a:gd name="connsiteY6" fmla="*/ 269 h 3751"/>
              <a:gd name="connsiteX7" fmla="*/ 5365 w 5532"/>
              <a:gd name="connsiteY7" fmla="*/ 572 h 3751"/>
              <a:gd name="connsiteX8" fmla="*/ 5528 w 5532"/>
              <a:gd name="connsiteY8" fmla="*/ 1427 h 3751"/>
              <a:gd name="connsiteX9" fmla="*/ 5462 w 5532"/>
              <a:gd name="connsiteY9" fmla="*/ 2970 h 3751"/>
              <a:gd name="connsiteX10" fmla="*/ 5169 w 5532"/>
              <a:gd name="connsiteY10" fmla="*/ 3429 h 3751"/>
              <a:gd name="connsiteX11" fmla="*/ 3937 w 5532"/>
              <a:gd name="connsiteY11" fmla="*/ 3523 h 3751"/>
              <a:gd name="connsiteX12" fmla="*/ 2729 w 5532"/>
              <a:gd name="connsiteY12" fmla="*/ 3554 h 3751"/>
              <a:gd name="connsiteX13" fmla="*/ 1717 w 5532"/>
              <a:gd name="connsiteY13" fmla="*/ 3752 h 3751"/>
              <a:gd name="connsiteX14" fmla="*/ 518 w 5532"/>
              <a:gd name="connsiteY14" fmla="*/ 3554 h 3751"/>
              <a:gd name="connsiteX15" fmla="*/ 94 w 5532"/>
              <a:gd name="connsiteY15" fmla="*/ 3262 h 3751"/>
              <a:gd name="connsiteX16" fmla="*/ 4 w 5532"/>
              <a:gd name="connsiteY16" fmla="*/ 2647 h 3751"/>
              <a:gd name="connsiteX17" fmla="*/ 20 w 5532"/>
              <a:gd name="connsiteY17" fmla="*/ 1573 h 3751"/>
              <a:gd name="connsiteX18" fmla="*/ 45 w 5532"/>
              <a:gd name="connsiteY18" fmla="*/ 864 h 3751"/>
              <a:gd name="connsiteX19" fmla="*/ 159 w 5532"/>
              <a:gd name="connsiteY19" fmla="*/ 551 h 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33" h="3752">
                <a:moveTo>
                  <a:pt x="159" y="551"/>
                </a:moveTo>
                <a:cubicBezTo>
                  <a:pt x="246" y="450"/>
                  <a:pt x="401" y="332"/>
                  <a:pt x="567" y="259"/>
                </a:cubicBezTo>
                <a:cubicBezTo>
                  <a:pt x="733" y="186"/>
                  <a:pt x="963" y="128"/>
                  <a:pt x="1154" y="113"/>
                </a:cubicBezTo>
                <a:cubicBezTo>
                  <a:pt x="1710" y="62"/>
                  <a:pt x="2040" y="109"/>
                  <a:pt x="2373" y="79"/>
                </a:cubicBezTo>
                <a:cubicBezTo>
                  <a:pt x="2706" y="49"/>
                  <a:pt x="2996" y="73"/>
                  <a:pt x="3251" y="40"/>
                </a:cubicBezTo>
                <a:cubicBezTo>
                  <a:pt x="3507" y="7"/>
                  <a:pt x="3662" y="-19"/>
                  <a:pt x="3953" y="19"/>
                </a:cubicBezTo>
                <a:cubicBezTo>
                  <a:pt x="4244" y="57"/>
                  <a:pt x="4762" y="177"/>
                  <a:pt x="4997" y="269"/>
                </a:cubicBezTo>
                <a:cubicBezTo>
                  <a:pt x="5233" y="361"/>
                  <a:pt x="5276" y="379"/>
                  <a:pt x="5365" y="572"/>
                </a:cubicBezTo>
                <a:cubicBezTo>
                  <a:pt x="5453" y="765"/>
                  <a:pt x="5511" y="1027"/>
                  <a:pt x="5528" y="1427"/>
                </a:cubicBezTo>
                <a:cubicBezTo>
                  <a:pt x="5544" y="1826"/>
                  <a:pt x="5522" y="2636"/>
                  <a:pt x="5462" y="2970"/>
                </a:cubicBezTo>
                <a:cubicBezTo>
                  <a:pt x="5403" y="3304"/>
                  <a:pt x="5423" y="3337"/>
                  <a:pt x="5169" y="3429"/>
                </a:cubicBezTo>
                <a:cubicBezTo>
                  <a:pt x="4914" y="3521"/>
                  <a:pt x="4343" y="3502"/>
                  <a:pt x="3937" y="3523"/>
                </a:cubicBezTo>
                <a:cubicBezTo>
                  <a:pt x="3530" y="3543"/>
                  <a:pt x="3099" y="3516"/>
                  <a:pt x="2729" y="3554"/>
                </a:cubicBezTo>
                <a:cubicBezTo>
                  <a:pt x="2359" y="3592"/>
                  <a:pt x="2086" y="3752"/>
                  <a:pt x="1717" y="3752"/>
                </a:cubicBezTo>
                <a:cubicBezTo>
                  <a:pt x="1349" y="3752"/>
                  <a:pt x="788" y="3636"/>
                  <a:pt x="518" y="3554"/>
                </a:cubicBezTo>
                <a:cubicBezTo>
                  <a:pt x="247" y="3472"/>
                  <a:pt x="179" y="3413"/>
                  <a:pt x="94" y="3262"/>
                </a:cubicBezTo>
                <a:cubicBezTo>
                  <a:pt x="8" y="3111"/>
                  <a:pt x="16" y="2928"/>
                  <a:pt x="4" y="2647"/>
                </a:cubicBezTo>
                <a:cubicBezTo>
                  <a:pt x="-8" y="2365"/>
                  <a:pt x="12" y="1899"/>
                  <a:pt x="20" y="1573"/>
                </a:cubicBezTo>
                <a:cubicBezTo>
                  <a:pt x="28" y="1246"/>
                  <a:pt x="24" y="1039"/>
                  <a:pt x="45" y="864"/>
                </a:cubicBezTo>
                <a:cubicBezTo>
                  <a:pt x="65" y="688"/>
                  <a:pt x="72" y="652"/>
                  <a:pt x="159" y="551"/>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21" name="任意多边形: 形状 15"/>
          <p:cNvSpPr/>
          <p:nvPr>
            <p:custDataLst>
              <p:tags r:id="rId15"/>
            </p:custDataLst>
          </p:nvPr>
        </p:nvSpPr>
        <p:spPr>
          <a:xfrm>
            <a:off x="4259581" y="1733550"/>
            <a:ext cx="3633470" cy="2290445"/>
          </a:xfrm>
          <a:custGeom>
            <a:avLst/>
            <a:gdLst>
              <a:gd name="connsiteX0" fmla="*/ 165 w 5724"/>
              <a:gd name="connsiteY0" fmla="*/ 583 h 3793"/>
              <a:gd name="connsiteX1" fmla="*/ 587 w 5724"/>
              <a:gd name="connsiteY1" fmla="*/ 274 h 3793"/>
              <a:gd name="connsiteX2" fmla="*/ 1194 w 5724"/>
              <a:gd name="connsiteY2" fmla="*/ 120 h 3793"/>
              <a:gd name="connsiteX3" fmla="*/ 2455 w 5724"/>
              <a:gd name="connsiteY3" fmla="*/ 84 h 3793"/>
              <a:gd name="connsiteX4" fmla="*/ 3364 w 5724"/>
              <a:gd name="connsiteY4" fmla="*/ 42 h 3793"/>
              <a:gd name="connsiteX5" fmla="*/ 4090 w 5724"/>
              <a:gd name="connsiteY5" fmla="*/ 20 h 3793"/>
              <a:gd name="connsiteX6" fmla="*/ 5170 w 5724"/>
              <a:gd name="connsiteY6" fmla="*/ 285 h 3793"/>
              <a:gd name="connsiteX7" fmla="*/ 5551 w 5724"/>
              <a:gd name="connsiteY7" fmla="*/ 605 h 3793"/>
              <a:gd name="connsiteX8" fmla="*/ 5720 w 5724"/>
              <a:gd name="connsiteY8" fmla="*/ 1510 h 3793"/>
              <a:gd name="connsiteX9" fmla="*/ 5652 w 5724"/>
              <a:gd name="connsiteY9" fmla="*/ 3143 h 3793"/>
              <a:gd name="connsiteX10" fmla="*/ 5348 w 5724"/>
              <a:gd name="connsiteY10" fmla="*/ 3628 h 3793"/>
              <a:gd name="connsiteX11" fmla="*/ 4074 w 5724"/>
              <a:gd name="connsiteY11" fmla="*/ 3728 h 3793"/>
              <a:gd name="connsiteX12" fmla="*/ 2824 w 5724"/>
              <a:gd name="connsiteY12" fmla="*/ 3760 h 3793"/>
              <a:gd name="connsiteX13" fmla="*/ 1735 w 5724"/>
              <a:gd name="connsiteY13" fmla="*/ 3740 h 3793"/>
              <a:gd name="connsiteX14" fmla="*/ 536 w 5724"/>
              <a:gd name="connsiteY14" fmla="*/ 3760 h 3793"/>
              <a:gd name="connsiteX15" fmla="*/ 104 w 5724"/>
              <a:gd name="connsiteY15" fmla="*/ 3452 h 3793"/>
              <a:gd name="connsiteX16" fmla="*/ 4 w 5724"/>
              <a:gd name="connsiteY16" fmla="*/ 2801 h 3793"/>
              <a:gd name="connsiteX17" fmla="*/ 21 w 5724"/>
              <a:gd name="connsiteY17" fmla="*/ 1664 h 3793"/>
              <a:gd name="connsiteX18" fmla="*/ 47 w 5724"/>
              <a:gd name="connsiteY18" fmla="*/ 914 h 3793"/>
              <a:gd name="connsiteX19" fmla="*/ 165 w 5724"/>
              <a:gd name="connsiteY19" fmla="*/ 583 h 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25" h="3794">
                <a:moveTo>
                  <a:pt x="165" y="583"/>
                </a:moveTo>
                <a:cubicBezTo>
                  <a:pt x="255" y="476"/>
                  <a:pt x="415" y="351"/>
                  <a:pt x="587" y="274"/>
                </a:cubicBezTo>
                <a:cubicBezTo>
                  <a:pt x="758" y="197"/>
                  <a:pt x="996" y="135"/>
                  <a:pt x="1194" y="120"/>
                </a:cubicBezTo>
                <a:cubicBezTo>
                  <a:pt x="1769" y="66"/>
                  <a:pt x="2111" y="115"/>
                  <a:pt x="2455" y="84"/>
                </a:cubicBezTo>
                <a:cubicBezTo>
                  <a:pt x="2800" y="52"/>
                  <a:pt x="3100" y="77"/>
                  <a:pt x="3364" y="42"/>
                </a:cubicBezTo>
                <a:cubicBezTo>
                  <a:pt x="3629" y="7"/>
                  <a:pt x="3789" y="-20"/>
                  <a:pt x="4090" y="20"/>
                </a:cubicBezTo>
                <a:cubicBezTo>
                  <a:pt x="4391" y="60"/>
                  <a:pt x="4927" y="187"/>
                  <a:pt x="5170" y="285"/>
                </a:cubicBezTo>
                <a:cubicBezTo>
                  <a:pt x="5415" y="382"/>
                  <a:pt x="5459" y="401"/>
                  <a:pt x="5551" y="605"/>
                </a:cubicBezTo>
                <a:cubicBezTo>
                  <a:pt x="5642" y="809"/>
                  <a:pt x="5702" y="1087"/>
                  <a:pt x="5720" y="1510"/>
                </a:cubicBezTo>
                <a:cubicBezTo>
                  <a:pt x="5736" y="1932"/>
                  <a:pt x="5714" y="2789"/>
                  <a:pt x="5652" y="3143"/>
                </a:cubicBezTo>
                <a:cubicBezTo>
                  <a:pt x="5590" y="3496"/>
                  <a:pt x="5611" y="3531"/>
                  <a:pt x="5348" y="3628"/>
                </a:cubicBezTo>
                <a:cubicBezTo>
                  <a:pt x="5085" y="3726"/>
                  <a:pt x="4494" y="3705"/>
                  <a:pt x="4074" y="3728"/>
                </a:cubicBezTo>
                <a:cubicBezTo>
                  <a:pt x="3652" y="3749"/>
                  <a:pt x="3207" y="3720"/>
                  <a:pt x="2824" y="3760"/>
                </a:cubicBezTo>
                <a:cubicBezTo>
                  <a:pt x="2441" y="3801"/>
                  <a:pt x="2116" y="3740"/>
                  <a:pt x="1735" y="3740"/>
                </a:cubicBezTo>
                <a:cubicBezTo>
                  <a:pt x="1354" y="3740"/>
                  <a:pt x="815" y="3847"/>
                  <a:pt x="536" y="3760"/>
                </a:cubicBezTo>
                <a:cubicBezTo>
                  <a:pt x="256" y="3674"/>
                  <a:pt x="192" y="3611"/>
                  <a:pt x="104" y="3452"/>
                </a:cubicBezTo>
                <a:cubicBezTo>
                  <a:pt x="15" y="3292"/>
                  <a:pt x="17" y="3098"/>
                  <a:pt x="4" y="2801"/>
                </a:cubicBezTo>
                <a:cubicBezTo>
                  <a:pt x="-8" y="2502"/>
                  <a:pt x="12" y="2009"/>
                  <a:pt x="21" y="1664"/>
                </a:cubicBezTo>
                <a:cubicBezTo>
                  <a:pt x="29" y="1318"/>
                  <a:pt x="25" y="1099"/>
                  <a:pt x="47" y="914"/>
                </a:cubicBezTo>
                <a:cubicBezTo>
                  <a:pt x="67" y="728"/>
                  <a:pt x="74" y="690"/>
                  <a:pt x="165" y="583"/>
                </a:cubicBezTo>
                <a:close/>
              </a:path>
            </a:pathLst>
          </a:custGeom>
          <a:noFill/>
          <a:ln w="19050" cap="rnd" cmpd="sng" algn="ctr">
            <a:solidFill>
              <a:srgbClr val="C0504D"/>
            </a:solidFill>
            <a:prstDash val="solid"/>
            <a:round/>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1" name="任意多边形: 形状 11"/>
          <p:cNvSpPr/>
          <p:nvPr>
            <p:custDataLst>
              <p:tags r:id="rId16"/>
            </p:custDataLst>
          </p:nvPr>
        </p:nvSpPr>
        <p:spPr>
          <a:xfrm>
            <a:off x="567055" y="1821815"/>
            <a:ext cx="3531870" cy="2376170"/>
          </a:xfrm>
          <a:custGeom>
            <a:avLst/>
            <a:gdLst>
              <a:gd name="connsiteX0" fmla="*/ 410505 w 3859608"/>
              <a:gd name="connsiteY0" fmla="*/ 283210 h 2596040"/>
              <a:gd name="connsiteX1" fmla="*/ 172653 w 3859608"/>
              <a:gd name="connsiteY1" fmla="*/ 608963 h 2596040"/>
              <a:gd name="connsiteX2" fmla="*/ 17533 w 3859608"/>
              <a:gd name="connsiteY2" fmla="*/ 1369054 h 2596040"/>
              <a:gd name="connsiteX3" fmla="*/ 22704 w 3859608"/>
              <a:gd name="connsiteY3" fmla="*/ 2072267 h 2596040"/>
              <a:gd name="connsiteX4" fmla="*/ 188165 w 3859608"/>
              <a:gd name="connsiteY4" fmla="*/ 2470409 h 2596040"/>
              <a:gd name="connsiteX5" fmla="*/ 798306 w 3859608"/>
              <a:gd name="connsiteY5" fmla="*/ 2584164 h 2596040"/>
              <a:gd name="connsiteX6" fmla="*/ 1615273 w 3859608"/>
              <a:gd name="connsiteY6" fmla="*/ 2589335 h 2596040"/>
              <a:gd name="connsiteX7" fmla="*/ 2897602 w 3859608"/>
              <a:gd name="connsiteY7" fmla="*/ 2584164 h 2596040"/>
              <a:gd name="connsiteX8" fmla="*/ 3404328 w 3859608"/>
              <a:gd name="connsiteY8" fmla="*/ 2449726 h 2596040"/>
              <a:gd name="connsiteX9" fmla="*/ 3807641 w 3859608"/>
              <a:gd name="connsiteY9" fmla="*/ 1963682 h 2596040"/>
              <a:gd name="connsiteX10" fmla="*/ 3843836 w 3859608"/>
              <a:gd name="connsiteY10" fmla="*/ 965741 h 2596040"/>
              <a:gd name="connsiteX11" fmla="*/ 3709398 w 3859608"/>
              <a:gd name="connsiteY11" fmla="*/ 231504 h 2596040"/>
              <a:gd name="connsiteX12" fmla="*/ 3425011 w 3859608"/>
              <a:gd name="connsiteY12" fmla="*/ 76383 h 2596040"/>
              <a:gd name="connsiteX13" fmla="*/ 2825212 w 3859608"/>
              <a:gd name="connsiteY13" fmla="*/ 24676 h 2596040"/>
              <a:gd name="connsiteX14" fmla="*/ 1708345 w 3859608"/>
              <a:gd name="connsiteY14" fmla="*/ 3994 h 2596040"/>
              <a:gd name="connsiteX15" fmla="*/ 917231 w 3859608"/>
              <a:gd name="connsiteY15" fmla="*/ 102237 h 2596040"/>
              <a:gd name="connsiteX16" fmla="*/ 410505 w 3859608"/>
              <a:gd name="connsiteY16" fmla="*/ 283210 h 259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9608" h="2596040" fill="none" extrusionOk="0">
                <a:moveTo>
                  <a:pt x="410505" y="283210"/>
                </a:moveTo>
                <a:cubicBezTo>
                  <a:pt x="286073" y="375631"/>
                  <a:pt x="240626" y="426521"/>
                  <a:pt x="172653" y="608963"/>
                </a:cubicBezTo>
                <a:cubicBezTo>
                  <a:pt x="83562" y="827397"/>
                  <a:pt x="31121" y="1125778"/>
                  <a:pt x="17533" y="1369054"/>
                </a:cubicBezTo>
                <a:cubicBezTo>
                  <a:pt x="14357" y="1656132"/>
                  <a:pt x="-48024" y="1911008"/>
                  <a:pt x="22704" y="2072267"/>
                </a:cubicBezTo>
                <a:cubicBezTo>
                  <a:pt x="54451" y="2236901"/>
                  <a:pt x="46601" y="2384397"/>
                  <a:pt x="188165" y="2470409"/>
                </a:cubicBezTo>
                <a:cubicBezTo>
                  <a:pt x="342995" y="2577733"/>
                  <a:pt x="554587" y="2582059"/>
                  <a:pt x="798306" y="2584164"/>
                </a:cubicBezTo>
                <a:cubicBezTo>
                  <a:pt x="1036157" y="2603986"/>
                  <a:pt x="1615273" y="2589335"/>
                  <a:pt x="1615273" y="2589335"/>
                </a:cubicBezTo>
                <a:cubicBezTo>
                  <a:pt x="2043894" y="2614005"/>
                  <a:pt x="2597641" y="2570406"/>
                  <a:pt x="2897602" y="2584164"/>
                </a:cubicBezTo>
                <a:cubicBezTo>
                  <a:pt x="3208477" y="2568896"/>
                  <a:pt x="3249360" y="2553863"/>
                  <a:pt x="3404328" y="2449726"/>
                </a:cubicBezTo>
                <a:cubicBezTo>
                  <a:pt x="3552418" y="2357485"/>
                  <a:pt x="3729033" y="2194142"/>
                  <a:pt x="3807641" y="1963682"/>
                </a:cubicBezTo>
                <a:cubicBezTo>
                  <a:pt x="3911873" y="1693082"/>
                  <a:pt x="3871412" y="1234988"/>
                  <a:pt x="3843836" y="965741"/>
                </a:cubicBezTo>
                <a:cubicBezTo>
                  <a:pt x="3783250" y="660095"/>
                  <a:pt x="3792777" y="366381"/>
                  <a:pt x="3709398" y="231504"/>
                </a:cubicBezTo>
                <a:cubicBezTo>
                  <a:pt x="3630812" y="88201"/>
                  <a:pt x="3574538" y="116717"/>
                  <a:pt x="3425011" y="76383"/>
                </a:cubicBezTo>
                <a:cubicBezTo>
                  <a:pt x="3296892" y="38093"/>
                  <a:pt x="3107294" y="51816"/>
                  <a:pt x="2825212" y="24676"/>
                </a:cubicBezTo>
                <a:cubicBezTo>
                  <a:pt x="2582494" y="25058"/>
                  <a:pt x="2014779" y="-46631"/>
                  <a:pt x="1708345" y="3994"/>
                </a:cubicBezTo>
                <a:cubicBezTo>
                  <a:pt x="1449086" y="18787"/>
                  <a:pt x="1139151" y="61516"/>
                  <a:pt x="917231" y="102237"/>
                </a:cubicBezTo>
                <a:cubicBezTo>
                  <a:pt x="715309" y="162546"/>
                  <a:pt x="533749" y="239376"/>
                  <a:pt x="410505" y="283210"/>
                </a:cubicBezTo>
                <a:close/>
              </a:path>
              <a:path w="3859608" h="2596040" stroke="0" extrusionOk="0">
                <a:moveTo>
                  <a:pt x="410505" y="283210"/>
                </a:moveTo>
                <a:cubicBezTo>
                  <a:pt x="279587" y="363458"/>
                  <a:pt x="224974" y="432935"/>
                  <a:pt x="172653" y="608963"/>
                </a:cubicBezTo>
                <a:cubicBezTo>
                  <a:pt x="171229" y="803426"/>
                  <a:pt x="-7358" y="1126756"/>
                  <a:pt x="17533" y="1369054"/>
                </a:cubicBezTo>
                <a:cubicBezTo>
                  <a:pt x="-39544" y="1644271"/>
                  <a:pt x="-15145" y="1940717"/>
                  <a:pt x="22704" y="2072267"/>
                </a:cubicBezTo>
                <a:cubicBezTo>
                  <a:pt x="43053" y="2251400"/>
                  <a:pt x="64244" y="2387648"/>
                  <a:pt x="188165" y="2470409"/>
                </a:cubicBezTo>
                <a:cubicBezTo>
                  <a:pt x="325479" y="2556680"/>
                  <a:pt x="578887" y="2526409"/>
                  <a:pt x="798306" y="2584164"/>
                </a:cubicBezTo>
                <a:cubicBezTo>
                  <a:pt x="1036156" y="2603985"/>
                  <a:pt x="1615273" y="2589335"/>
                  <a:pt x="1615273" y="2589335"/>
                </a:cubicBezTo>
                <a:cubicBezTo>
                  <a:pt x="1956651" y="2508227"/>
                  <a:pt x="2551691" y="2673769"/>
                  <a:pt x="2897602" y="2584164"/>
                </a:cubicBezTo>
                <a:cubicBezTo>
                  <a:pt x="3203248" y="2565078"/>
                  <a:pt x="3263502" y="2555748"/>
                  <a:pt x="3404328" y="2449726"/>
                </a:cubicBezTo>
                <a:cubicBezTo>
                  <a:pt x="3524942" y="2341289"/>
                  <a:pt x="3754780" y="2227688"/>
                  <a:pt x="3807641" y="1963682"/>
                </a:cubicBezTo>
                <a:cubicBezTo>
                  <a:pt x="3900206" y="1745102"/>
                  <a:pt x="3862259" y="1275660"/>
                  <a:pt x="3843836" y="965741"/>
                </a:cubicBezTo>
                <a:cubicBezTo>
                  <a:pt x="3845536" y="704885"/>
                  <a:pt x="3809203" y="416479"/>
                  <a:pt x="3709398" y="231504"/>
                </a:cubicBezTo>
                <a:cubicBezTo>
                  <a:pt x="3653507" y="71096"/>
                  <a:pt x="3574699" y="99925"/>
                  <a:pt x="3425011" y="76383"/>
                </a:cubicBezTo>
                <a:cubicBezTo>
                  <a:pt x="3258228" y="45101"/>
                  <a:pt x="3078290" y="13948"/>
                  <a:pt x="2825212" y="24676"/>
                </a:cubicBezTo>
                <a:cubicBezTo>
                  <a:pt x="2519119" y="11194"/>
                  <a:pt x="1993126" y="-76643"/>
                  <a:pt x="1708345" y="3994"/>
                </a:cubicBezTo>
                <a:cubicBezTo>
                  <a:pt x="1394703" y="-41992"/>
                  <a:pt x="1095459" y="77935"/>
                  <a:pt x="917231" y="102237"/>
                </a:cubicBezTo>
                <a:cubicBezTo>
                  <a:pt x="695506" y="158463"/>
                  <a:pt x="543260" y="222970"/>
                  <a:pt x="410505" y="283210"/>
                </a:cubicBezTo>
                <a:close/>
              </a:path>
            </a:pathLst>
          </a:custGeom>
          <a:solidFill>
            <a:srgbClr val="FFFFFF"/>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defTabSz="914400">
              <a:buClrTx/>
              <a:buSzTx/>
              <a:buFontTx/>
            </a:pP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3" name="任意多边形: 形状 10"/>
          <p:cNvSpPr/>
          <p:nvPr>
            <p:custDataLst>
              <p:tags r:id="rId17"/>
            </p:custDataLst>
          </p:nvPr>
        </p:nvSpPr>
        <p:spPr>
          <a:xfrm>
            <a:off x="536575" y="1769110"/>
            <a:ext cx="3499485" cy="2354580"/>
          </a:xfrm>
          <a:custGeom>
            <a:avLst/>
            <a:gdLst>
              <a:gd name="connsiteX0" fmla="*/ 1114506 w 3791921"/>
              <a:gd name="connsiteY0" fmla="*/ 85204 h 2550511"/>
              <a:gd name="connsiteX1" fmla="*/ 484586 w 3791921"/>
              <a:gd name="connsiteY1" fmla="*/ 232524 h 2550511"/>
              <a:gd name="connsiteX2" fmla="*/ 169626 w 3791921"/>
              <a:gd name="connsiteY2" fmla="*/ 598284 h 2550511"/>
              <a:gd name="connsiteX3" fmla="*/ 17226 w 3791921"/>
              <a:gd name="connsiteY3" fmla="*/ 1345044 h 2550511"/>
              <a:gd name="connsiteX4" fmla="*/ 22306 w 3791921"/>
              <a:gd name="connsiteY4" fmla="*/ 2035924 h 2550511"/>
              <a:gd name="connsiteX5" fmla="*/ 184866 w 3791921"/>
              <a:gd name="connsiteY5" fmla="*/ 2427084 h 2550511"/>
              <a:gd name="connsiteX6" fmla="*/ 784306 w 3791921"/>
              <a:gd name="connsiteY6" fmla="*/ 2538844 h 2550511"/>
              <a:gd name="connsiteX7" fmla="*/ 1586946 w 3791921"/>
              <a:gd name="connsiteY7" fmla="*/ 2543924 h 2550511"/>
              <a:gd name="connsiteX8" fmla="*/ 2846786 w 3791921"/>
              <a:gd name="connsiteY8" fmla="*/ 2538844 h 2550511"/>
              <a:gd name="connsiteX9" fmla="*/ 3344626 w 3791921"/>
              <a:gd name="connsiteY9" fmla="*/ 2406764 h 2550511"/>
              <a:gd name="connsiteX10" fmla="*/ 3740866 w 3791921"/>
              <a:gd name="connsiteY10" fmla="*/ 1929244 h 2550511"/>
              <a:gd name="connsiteX11" fmla="*/ 3776426 w 3791921"/>
              <a:gd name="connsiteY11" fmla="*/ 948804 h 2550511"/>
              <a:gd name="connsiteX12" fmla="*/ 3644346 w 3791921"/>
              <a:gd name="connsiteY12" fmla="*/ 227444 h 2550511"/>
              <a:gd name="connsiteX13" fmla="*/ 3364946 w 3791921"/>
              <a:gd name="connsiteY13" fmla="*/ 75044 h 2550511"/>
              <a:gd name="connsiteX14" fmla="*/ 2775666 w 3791921"/>
              <a:gd name="connsiteY14" fmla="*/ 24244 h 2550511"/>
              <a:gd name="connsiteX15" fmla="*/ 1678386 w 3791921"/>
              <a:gd name="connsiteY15" fmla="*/ 3924 h 2550511"/>
              <a:gd name="connsiteX16" fmla="*/ 901146 w 3791921"/>
              <a:gd name="connsiteY16" fmla="*/ 100444 h 2550511"/>
              <a:gd name="connsiteX17" fmla="*/ 403306 w 3791921"/>
              <a:gd name="connsiteY17" fmla="*/ 278244 h 2550511"/>
              <a:gd name="connsiteX18" fmla="*/ 255986 w 3791921"/>
              <a:gd name="connsiteY18" fmla="*/ 557644 h 2550511"/>
              <a:gd name="connsiteX0-1" fmla="*/ 1114506 w 3791921"/>
              <a:gd name="connsiteY0-2" fmla="*/ 85204 h 2550511"/>
              <a:gd name="connsiteX1-3" fmla="*/ 484586 w 3791921"/>
              <a:gd name="connsiteY1-4" fmla="*/ 232524 h 2550511"/>
              <a:gd name="connsiteX2-5" fmla="*/ 169626 w 3791921"/>
              <a:gd name="connsiteY2-6" fmla="*/ 598284 h 2550511"/>
              <a:gd name="connsiteX3-7" fmla="*/ 17226 w 3791921"/>
              <a:gd name="connsiteY3-8" fmla="*/ 1345044 h 2550511"/>
              <a:gd name="connsiteX4-9" fmla="*/ 22306 w 3791921"/>
              <a:gd name="connsiteY4-10" fmla="*/ 2035924 h 2550511"/>
              <a:gd name="connsiteX5-11" fmla="*/ 184866 w 3791921"/>
              <a:gd name="connsiteY5-12" fmla="*/ 2427084 h 2550511"/>
              <a:gd name="connsiteX6-13" fmla="*/ 784306 w 3791921"/>
              <a:gd name="connsiteY6-14" fmla="*/ 2538844 h 2550511"/>
              <a:gd name="connsiteX7-15" fmla="*/ 1586946 w 3791921"/>
              <a:gd name="connsiteY7-16" fmla="*/ 2543924 h 2550511"/>
              <a:gd name="connsiteX8-17" fmla="*/ 2846786 w 3791921"/>
              <a:gd name="connsiteY8-18" fmla="*/ 2538844 h 2550511"/>
              <a:gd name="connsiteX9-19" fmla="*/ 3344626 w 3791921"/>
              <a:gd name="connsiteY9-20" fmla="*/ 2406764 h 2550511"/>
              <a:gd name="connsiteX10-21" fmla="*/ 3740866 w 3791921"/>
              <a:gd name="connsiteY10-22" fmla="*/ 1929244 h 2550511"/>
              <a:gd name="connsiteX11-23" fmla="*/ 3776426 w 3791921"/>
              <a:gd name="connsiteY11-24" fmla="*/ 948804 h 2550511"/>
              <a:gd name="connsiteX12-25" fmla="*/ 3644346 w 3791921"/>
              <a:gd name="connsiteY12-26" fmla="*/ 227444 h 2550511"/>
              <a:gd name="connsiteX13-27" fmla="*/ 3364946 w 3791921"/>
              <a:gd name="connsiteY13-28" fmla="*/ 75044 h 2550511"/>
              <a:gd name="connsiteX14-29" fmla="*/ 2775666 w 3791921"/>
              <a:gd name="connsiteY14-30" fmla="*/ 24244 h 2550511"/>
              <a:gd name="connsiteX15-31" fmla="*/ 1678386 w 3791921"/>
              <a:gd name="connsiteY15-32" fmla="*/ 3924 h 2550511"/>
              <a:gd name="connsiteX16-33" fmla="*/ 901146 w 3791921"/>
              <a:gd name="connsiteY16-34" fmla="*/ 100444 h 2550511"/>
              <a:gd name="connsiteX17-35" fmla="*/ 403306 w 3791921"/>
              <a:gd name="connsiteY17-36" fmla="*/ 278244 h 2550511"/>
              <a:gd name="connsiteX0-37" fmla="*/ 484586 w 3791921"/>
              <a:gd name="connsiteY0-38" fmla="*/ 232524 h 2550511"/>
              <a:gd name="connsiteX1-39" fmla="*/ 169626 w 3791921"/>
              <a:gd name="connsiteY1-40" fmla="*/ 598284 h 2550511"/>
              <a:gd name="connsiteX2-41" fmla="*/ 17226 w 3791921"/>
              <a:gd name="connsiteY2-42" fmla="*/ 1345044 h 2550511"/>
              <a:gd name="connsiteX3-43" fmla="*/ 22306 w 3791921"/>
              <a:gd name="connsiteY3-44" fmla="*/ 2035924 h 2550511"/>
              <a:gd name="connsiteX4-45" fmla="*/ 184866 w 3791921"/>
              <a:gd name="connsiteY4-46" fmla="*/ 2427084 h 2550511"/>
              <a:gd name="connsiteX5-47" fmla="*/ 784306 w 3791921"/>
              <a:gd name="connsiteY5-48" fmla="*/ 2538844 h 2550511"/>
              <a:gd name="connsiteX6-49" fmla="*/ 1586946 w 3791921"/>
              <a:gd name="connsiteY6-50" fmla="*/ 2543924 h 2550511"/>
              <a:gd name="connsiteX7-51" fmla="*/ 2846786 w 3791921"/>
              <a:gd name="connsiteY7-52" fmla="*/ 2538844 h 2550511"/>
              <a:gd name="connsiteX8-53" fmla="*/ 3344626 w 3791921"/>
              <a:gd name="connsiteY8-54" fmla="*/ 2406764 h 2550511"/>
              <a:gd name="connsiteX9-55" fmla="*/ 3740866 w 3791921"/>
              <a:gd name="connsiteY9-56" fmla="*/ 1929244 h 2550511"/>
              <a:gd name="connsiteX10-57" fmla="*/ 3776426 w 3791921"/>
              <a:gd name="connsiteY10-58" fmla="*/ 948804 h 2550511"/>
              <a:gd name="connsiteX11-59" fmla="*/ 3644346 w 3791921"/>
              <a:gd name="connsiteY11-60" fmla="*/ 227444 h 2550511"/>
              <a:gd name="connsiteX12-61" fmla="*/ 3364946 w 3791921"/>
              <a:gd name="connsiteY12-62" fmla="*/ 75044 h 2550511"/>
              <a:gd name="connsiteX13-63" fmla="*/ 2775666 w 3791921"/>
              <a:gd name="connsiteY13-64" fmla="*/ 24244 h 2550511"/>
              <a:gd name="connsiteX14-65" fmla="*/ 1678386 w 3791921"/>
              <a:gd name="connsiteY14-66" fmla="*/ 3924 h 2550511"/>
              <a:gd name="connsiteX15-67" fmla="*/ 901146 w 3791921"/>
              <a:gd name="connsiteY15-68" fmla="*/ 100444 h 2550511"/>
              <a:gd name="connsiteX16-69" fmla="*/ 403306 w 3791921"/>
              <a:gd name="connsiteY16-70" fmla="*/ 278244 h 2550511"/>
              <a:gd name="connsiteX0-71" fmla="*/ 484586 w 3791921"/>
              <a:gd name="connsiteY0-72" fmla="*/ 232524 h 2550511"/>
              <a:gd name="connsiteX1-73" fmla="*/ 169626 w 3791921"/>
              <a:gd name="connsiteY1-74" fmla="*/ 598284 h 2550511"/>
              <a:gd name="connsiteX2-75" fmla="*/ 17226 w 3791921"/>
              <a:gd name="connsiteY2-76" fmla="*/ 1345044 h 2550511"/>
              <a:gd name="connsiteX3-77" fmla="*/ 22306 w 3791921"/>
              <a:gd name="connsiteY3-78" fmla="*/ 2035924 h 2550511"/>
              <a:gd name="connsiteX4-79" fmla="*/ 184866 w 3791921"/>
              <a:gd name="connsiteY4-80" fmla="*/ 2427084 h 2550511"/>
              <a:gd name="connsiteX5-81" fmla="*/ 784306 w 3791921"/>
              <a:gd name="connsiteY5-82" fmla="*/ 2538844 h 2550511"/>
              <a:gd name="connsiteX6-83" fmla="*/ 1586946 w 3791921"/>
              <a:gd name="connsiteY6-84" fmla="*/ 2543924 h 2550511"/>
              <a:gd name="connsiteX7-85" fmla="*/ 2846786 w 3791921"/>
              <a:gd name="connsiteY7-86" fmla="*/ 2538844 h 2550511"/>
              <a:gd name="connsiteX8-87" fmla="*/ 3344626 w 3791921"/>
              <a:gd name="connsiteY8-88" fmla="*/ 2406764 h 2550511"/>
              <a:gd name="connsiteX9-89" fmla="*/ 3740866 w 3791921"/>
              <a:gd name="connsiteY9-90" fmla="*/ 1929244 h 2550511"/>
              <a:gd name="connsiteX10-91" fmla="*/ 3776426 w 3791921"/>
              <a:gd name="connsiteY10-92" fmla="*/ 948804 h 2550511"/>
              <a:gd name="connsiteX11-93" fmla="*/ 3644346 w 3791921"/>
              <a:gd name="connsiteY11-94" fmla="*/ 227444 h 2550511"/>
              <a:gd name="connsiteX12-95" fmla="*/ 3364946 w 3791921"/>
              <a:gd name="connsiteY12-96" fmla="*/ 75044 h 2550511"/>
              <a:gd name="connsiteX13-97" fmla="*/ 2775666 w 3791921"/>
              <a:gd name="connsiteY13-98" fmla="*/ 24244 h 2550511"/>
              <a:gd name="connsiteX14-99" fmla="*/ 1678386 w 3791921"/>
              <a:gd name="connsiteY14-100" fmla="*/ 3924 h 2550511"/>
              <a:gd name="connsiteX15-101" fmla="*/ 901146 w 3791921"/>
              <a:gd name="connsiteY15-102" fmla="*/ 100444 h 2550511"/>
              <a:gd name="connsiteX16-103" fmla="*/ 403306 w 3791921"/>
              <a:gd name="connsiteY16-104" fmla="*/ 278244 h 2550511"/>
              <a:gd name="connsiteX17-105" fmla="*/ 484586 w 3791921"/>
              <a:gd name="connsiteY17-106" fmla="*/ 232524 h 2550511"/>
              <a:gd name="connsiteX0-107" fmla="*/ 403306 w 3791921"/>
              <a:gd name="connsiteY0-108" fmla="*/ 278244 h 2550511"/>
              <a:gd name="connsiteX1-109" fmla="*/ 169626 w 3791921"/>
              <a:gd name="connsiteY1-110" fmla="*/ 598284 h 2550511"/>
              <a:gd name="connsiteX2-111" fmla="*/ 17226 w 3791921"/>
              <a:gd name="connsiteY2-112" fmla="*/ 1345044 h 2550511"/>
              <a:gd name="connsiteX3-113" fmla="*/ 22306 w 3791921"/>
              <a:gd name="connsiteY3-114" fmla="*/ 2035924 h 2550511"/>
              <a:gd name="connsiteX4-115" fmla="*/ 184866 w 3791921"/>
              <a:gd name="connsiteY4-116" fmla="*/ 2427084 h 2550511"/>
              <a:gd name="connsiteX5-117" fmla="*/ 784306 w 3791921"/>
              <a:gd name="connsiteY5-118" fmla="*/ 2538844 h 2550511"/>
              <a:gd name="connsiteX6-119" fmla="*/ 1586946 w 3791921"/>
              <a:gd name="connsiteY6-120" fmla="*/ 2543924 h 2550511"/>
              <a:gd name="connsiteX7-121" fmla="*/ 2846786 w 3791921"/>
              <a:gd name="connsiteY7-122" fmla="*/ 2538844 h 2550511"/>
              <a:gd name="connsiteX8-123" fmla="*/ 3344626 w 3791921"/>
              <a:gd name="connsiteY8-124" fmla="*/ 2406764 h 2550511"/>
              <a:gd name="connsiteX9-125" fmla="*/ 3740866 w 3791921"/>
              <a:gd name="connsiteY9-126" fmla="*/ 1929244 h 2550511"/>
              <a:gd name="connsiteX10-127" fmla="*/ 3776426 w 3791921"/>
              <a:gd name="connsiteY10-128" fmla="*/ 948804 h 2550511"/>
              <a:gd name="connsiteX11-129" fmla="*/ 3644346 w 3791921"/>
              <a:gd name="connsiteY11-130" fmla="*/ 227444 h 2550511"/>
              <a:gd name="connsiteX12-131" fmla="*/ 3364946 w 3791921"/>
              <a:gd name="connsiteY12-132" fmla="*/ 75044 h 2550511"/>
              <a:gd name="connsiteX13-133" fmla="*/ 2775666 w 3791921"/>
              <a:gd name="connsiteY13-134" fmla="*/ 24244 h 2550511"/>
              <a:gd name="connsiteX14-135" fmla="*/ 1678386 w 3791921"/>
              <a:gd name="connsiteY14-136" fmla="*/ 3924 h 2550511"/>
              <a:gd name="connsiteX15-137" fmla="*/ 901146 w 3791921"/>
              <a:gd name="connsiteY15-138" fmla="*/ 100444 h 2550511"/>
              <a:gd name="connsiteX16-139" fmla="*/ 403306 w 3791921"/>
              <a:gd name="connsiteY16-140" fmla="*/ 278244 h 2550511"/>
              <a:gd name="connsiteX0-141" fmla="*/ 403306 w 3791921"/>
              <a:gd name="connsiteY0-142" fmla="*/ 278244 h 2550511"/>
              <a:gd name="connsiteX1-143" fmla="*/ 169626 w 3791921"/>
              <a:gd name="connsiteY1-144" fmla="*/ 598284 h 2550511"/>
              <a:gd name="connsiteX2-145" fmla="*/ 17226 w 3791921"/>
              <a:gd name="connsiteY2-146" fmla="*/ 1345044 h 2550511"/>
              <a:gd name="connsiteX3-147" fmla="*/ 22306 w 3791921"/>
              <a:gd name="connsiteY3-148" fmla="*/ 2035924 h 2550511"/>
              <a:gd name="connsiteX4-149" fmla="*/ 184866 w 3791921"/>
              <a:gd name="connsiteY4-150" fmla="*/ 2427084 h 2550511"/>
              <a:gd name="connsiteX5-151" fmla="*/ 784306 w 3791921"/>
              <a:gd name="connsiteY5-152" fmla="*/ 2538844 h 2550511"/>
              <a:gd name="connsiteX6-153" fmla="*/ 1586946 w 3791921"/>
              <a:gd name="connsiteY6-154" fmla="*/ 2543924 h 2550511"/>
              <a:gd name="connsiteX7-155" fmla="*/ 2846786 w 3791921"/>
              <a:gd name="connsiteY7-156" fmla="*/ 2538844 h 2550511"/>
              <a:gd name="connsiteX8-157" fmla="*/ 3344626 w 3791921"/>
              <a:gd name="connsiteY8-158" fmla="*/ 2406764 h 2550511"/>
              <a:gd name="connsiteX9-159" fmla="*/ 3740866 w 3791921"/>
              <a:gd name="connsiteY9-160" fmla="*/ 1929244 h 2550511"/>
              <a:gd name="connsiteX10-161" fmla="*/ 3776426 w 3791921"/>
              <a:gd name="connsiteY10-162" fmla="*/ 948804 h 2550511"/>
              <a:gd name="connsiteX11-163" fmla="*/ 3644346 w 3791921"/>
              <a:gd name="connsiteY11-164" fmla="*/ 227444 h 2550511"/>
              <a:gd name="connsiteX12-165" fmla="*/ 3364946 w 3791921"/>
              <a:gd name="connsiteY12-166" fmla="*/ 75044 h 2550511"/>
              <a:gd name="connsiteX13-167" fmla="*/ 2775666 w 3791921"/>
              <a:gd name="connsiteY13-168" fmla="*/ 24244 h 2550511"/>
              <a:gd name="connsiteX14-169" fmla="*/ 1678386 w 3791921"/>
              <a:gd name="connsiteY14-170" fmla="*/ 3924 h 2550511"/>
              <a:gd name="connsiteX15-171" fmla="*/ 901146 w 3791921"/>
              <a:gd name="connsiteY15-172" fmla="*/ 100444 h 2550511"/>
              <a:gd name="connsiteX16-173" fmla="*/ 403306 w 3791921"/>
              <a:gd name="connsiteY16-174" fmla="*/ 278244 h 25505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3791921" h="2550511">
                <a:moveTo>
                  <a:pt x="403306" y="278244"/>
                </a:moveTo>
                <a:cubicBezTo>
                  <a:pt x="281386" y="361217"/>
                  <a:pt x="233973" y="420484"/>
                  <a:pt x="169626" y="598284"/>
                </a:cubicBezTo>
                <a:cubicBezTo>
                  <a:pt x="105279" y="776084"/>
                  <a:pt x="41779" y="1105437"/>
                  <a:pt x="17226" y="1345044"/>
                </a:cubicBezTo>
                <a:cubicBezTo>
                  <a:pt x="-7327" y="1584651"/>
                  <a:pt x="-5634" y="1855584"/>
                  <a:pt x="22306" y="2035924"/>
                </a:cubicBezTo>
                <a:cubicBezTo>
                  <a:pt x="50246" y="2216264"/>
                  <a:pt x="57866" y="2343264"/>
                  <a:pt x="184866" y="2427084"/>
                </a:cubicBezTo>
                <a:cubicBezTo>
                  <a:pt x="311866" y="2510904"/>
                  <a:pt x="550626" y="2519371"/>
                  <a:pt x="784306" y="2538844"/>
                </a:cubicBezTo>
                <a:cubicBezTo>
                  <a:pt x="1017986" y="2558317"/>
                  <a:pt x="1586946" y="2543924"/>
                  <a:pt x="1586946" y="2543924"/>
                </a:cubicBezTo>
                <a:cubicBezTo>
                  <a:pt x="1930693" y="2543924"/>
                  <a:pt x="2553839" y="2561704"/>
                  <a:pt x="2846786" y="2538844"/>
                </a:cubicBezTo>
                <a:cubicBezTo>
                  <a:pt x="3139733" y="2515984"/>
                  <a:pt x="3195613" y="2508364"/>
                  <a:pt x="3344626" y="2406764"/>
                </a:cubicBezTo>
                <a:cubicBezTo>
                  <a:pt x="3493639" y="2305164"/>
                  <a:pt x="3668899" y="2172237"/>
                  <a:pt x="3740866" y="1929244"/>
                </a:cubicBezTo>
                <a:cubicBezTo>
                  <a:pt x="3812833" y="1686251"/>
                  <a:pt x="3792513" y="1232437"/>
                  <a:pt x="3776426" y="948804"/>
                </a:cubicBezTo>
                <a:cubicBezTo>
                  <a:pt x="3760339" y="665171"/>
                  <a:pt x="3712926" y="373071"/>
                  <a:pt x="3644346" y="227444"/>
                </a:cubicBezTo>
                <a:cubicBezTo>
                  <a:pt x="3575766" y="81817"/>
                  <a:pt x="3509726" y="108911"/>
                  <a:pt x="3364946" y="75044"/>
                </a:cubicBezTo>
                <a:cubicBezTo>
                  <a:pt x="3220166" y="41177"/>
                  <a:pt x="3056759" y="36097"/>
                  <a:pt x="2775666" y="24244"/>
                </a:cubicBezTo>
                <a:cubicBezTo>
                  <a:pt x="2494573" y="12391"/>
                  <a:pt x="1990806" y="-8776"/>
                  <a:pt x="1678386" y="3924"/>
                </a:cubicBezTo>
                <a:cubicBezTo>
                  <a:pt x="1365966" y="16624"/>
                  <a:pt x="1113659" y="54724"/>
                  <a:pt x="901146" y="100444"/>
                </a:cubicBezTo>
                <a:cubicBezTo>
                  <a:pt x="688633" y="146164"/>
                  <a:pt x="510833" y="202044"/>
                  <a:pt x="403306" y="278244"/>
                </a:cubicBezTo>
                <a:close/>
              </a:path>
            </a:pathLst>
          </a:custGeom>
          <a:noFill/>
          <a:ln w="19050" cap="flat" cmpd="sng" algn="ctr">
            <a:solidFill>
              <a:srgbClr val="4F81BD"/>
            </a:solidFill>
            <a:prstDash val="solid"/>
            <a:miter lim="800000"/>
          </a:ln>
          <a:effectLst/>
        </p:spPr>
        <p:txBody>
          <a:bodyPr rtlCol="0" anchor="ctr"/>
          <a:lstStyle/>
          <a:p>
            <a:pPr algn="ctr" defTabSz="914400"/>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51" name="任意多边形: 形状 167"/>
          <p:cNvSpPr/>
          <p:nvPr>
            <p:custDataLst>
              <p:tags r:id="rId18"/>
            </p:custDataLst>
          </p:nvPr>
        </p:nvSpPr>
        <p:spPr>
          <a:xfrm>
            <a:off x="444501" y="3555366"/>
            <a:ext cx="295910" cy="298450"/>
          </a:xfrm>
          <a:custGeom>
            <a:avLst/>
            <a:gdLst>
              <a:gd name="connsiteX0" fmla="*/ 229547 w 512886"/>
              <a:gd name="connsiteY0" fmla="*/ 81845 h 517381"/>
              <a:gd name="connsiteX1" fmla="*/ 383708 w 512886"/>
              <a:gd name="connsiteY1" fmla="*/ 2972 h 517381"/>
              <a:gd name="connsiteX2" fmla="*/ 420456 w 512886"/>
              <a:gd name="connsiteY2" fmla="*/ 29861 h 517381"/>
              <a:gd name="connsiteX3" fmla="*/ 389982 w 512886"/>
              <a:gd name="connsiteY3" fmla="*/ 186710 h 517381"/>
              <a:gd name="connsiteX4" fmla="*/ 397152 w 512886"/>
              <a:gd name="connsiteY4" fmla="*/ 218976 h 517381"/>
              <a:gd name="connsiteX5" fmla="*/ 499328 w 512886"/>
              <a:gd name="connsiteY5" fmla="*/ 284405 h 517381"/>
              <a:gd name="connsiteX6" fmla="*/ 497536 w 512886"/>
              <a:gd name="connsiteY6" fmla="*/ 323841 h 517381"/>
              <a:gd name="connsiteX7" fmla="*/ 354131 w 512886"/>
              <a:gd name="connsiteY7" fmla="*/ 366863 h 517381"/>
              <a:gd name="connsiteX8" fmla="*/ 337997 w 512886"/>
              <a:gd name="connsiteY8" fmla="*/ 383892 h 517381"/>
              <a:gd name="connsiteX9" fmla="*/ 312005 w 512886"/>
              <a:gd name="connsiteY9" fmla="*/ 497720 h 517381"/>
              <a:gd name="connsiteX10" fmla="*/ 264502 w 512886"/>
              <a:gd name="connsiteY10" fmla="*/ 503098 h 517381"/>
              <a:gd name="connsiteX11" fmla="*/ 191903 w 512886"/>
              <a:gd name="connsiteY11" fmla="*/ 357004 h 517381"/>
              <a:gd name="connsiteX12" fmla="*/ 167704 w 512886"/>
              <a:gd name="connsiteY12" fmla="*/ 342663 h 517381"/>
              <a:gd name="connsiteX13" fmla="*/ 26987 w 512886"/>
              <a:gd name="connsiteY13" fmla="*/ 349833 h 517381"/>
              <a:gd name="connsiteX14" fmla="*/ 7269 w 512886"/>
              <a:gd name="connsiteY14" fmla="*/ 306812 h 517381"/>
              <a:gd name="connsiteX15" fmla="*/ 104964 w 512886"/>
              <a:gd name="connsiteY15" fmla="*/ 207325 h 517381"/>
              <a:gd name="connsiteX16" fmla="*/ 111238 w 512886"/>
              <a:gd name="connsiteY16" fmla="*/ 183125 h 517381"/>
              <a:gd name="connsiteX17" fmla="*/ 86142 w 512886"/>
              <a:gd name="connsiteY17" fmla="*/ 76467 h 517381"/>
              <a:gd name="connsiteX18" fmla="*/ 120201 w 512886"/>
              <a:gd name="connsiteY18" fmla="*/ 46890 h 517381"/>
              <a:gd name="connsiteX19" fmla="*/ 208036 w 512886"/>
              <a:gd name="connsiteY19" fmla="*/ 81845 h 517381"/>
              <a:gd name="connsiteX20" fmla="*/ 229547 w 512886"/>
              <a:gd name="connsiteY20" fmla="*/ 81845 h 51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886" h="517381">
                <a:moveTo>
                  <a:pt x="229547" y="81845"/>
                </a:moveTo>
                <a:lnTo>
                  <a:pt x="383708" y="2972"/>
                </a:lnTo>
                <a:cubicBezTo>
                  <a:pt x="402530" y="-6887"/>
                  <a:pt x="424041" y="9246"/>
                  <a:pt x="420456" y="29861"/>
                </a:cubicBezTo>
                <a:lnTo>
                  <a:pt x="389982" y="186710"/>
                </a:lnTo>
                <a:cubicBezTo>
                  <a:pt x="388189" y="196569"/>
                  <a:pt x="389086" y="212702"/>
                  <a:pt x="397152" y="218976"/>
                </a:cubicBezTo>
                <a:lnTo>
                  <a:pt x="499328" y="284405"/>
                </a:lnTo>
                <a:cubicBezTo>
                  <a:pt x="517254" y="296056"/>
                  <a:pt x="518150" y="317567"/>
                  <a:pt x="497536" y="323841"/>
                </a:cubicBezTo>
                <a:lnTo>
                  <a:pt x="354131" y="366863"/>
                </a:lnTo>
                <a:cubicBezTo>
                  <a:pt x="345168" y="369552"/>
                  <a:pt x="339790" y="374929"/>
                  <a:pt x="337997" y="383892"/>
                </a:cubicBezTo>
                <a:lnTo>
                  <a:pt x="312005" y="497720"/>
                </a:lnTo>
                <a:cubicBezTo>
                  <a:pt x="306628" y="521023"/>
                  <a:pt x="275258" y="524609"/>
                  <a:pt x="264502" y="503098"/>
                </a:cubicBezTo>
                <a:lnTo>
                  <a:pt x="191903" y="357004"/>
                </a:lnTo>
                <a:cubicBezTo>
                  <a:pt x="187422" y="348041"/>
                  <a:pt x="177563" y="342663"/>
                  <a:pt x="167704" y="342663"/>
                </a:cubicBezTo>
                <a:lnTo>
                  <a:pt x="26987" y="349833"/>
                </a:lnTo>
                <a:cubicBezTo>
                  <a:pt x="3684" y="350730"/>
                  <a:pt x="-8864" y="322945"/>
                  <a:pt x="7269" y="306812"/>
                </a:cubicBezTo>
                <a:lnTo>
                  <a:pt x="104964" y="207325"/>
                </a:lnTo>
                <a:cubicBezTo>
                  <a:pt x="111238" y="201050"/>
                  <a:pt x="113927" y="192088"/>
                  <a:pt x="111238" y="183125"/>
                </a:cubicBezTo>
                <a:lnTo>
                  <a:pt x="86142" y="76467"/>
                </a:lnTo>
                <a:cubicBezTo>
                  <a:pt x="80764" y="56749"/>
                  <a:pt x="101379" y="38823"/>
                  <a:pt x="120201" y="46890"/>
                </a:cubicBezTo>
                <a:lnTo>
                  <a:pt x="208036" y="81845"/>
                </a:lnTo>
                <a:cubicBezTo>
                  <a:pt x="215207" y="85430"/>
                  <a:pt x="222377" y="84534"/>
                  <a:pt x="229547" y="81845"/>
                </a:cubicBezTo>
                <a:close/>
              </a:path>
            </a:pathLst>
          </a:custGeom>
          <a:solidFill>
            <a:schemeClr val="accent1">
              <a:lumMod val="60000"/>
              <a:lumOff val="40000"/>
            </a:schemeClr>
          </a:solidFill>
          <a:ln w="22225" cap="flat">
            <a:solidFill>
              <a:schemeClr val="accent1"/>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1pPr>
            <a:lvl2pPr marL="457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2pPr>
            <a:lvl3pPr marL="914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3pPr>
            <a:lvl4pPr marL="1371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4pPr>
            <a:lvl5pPr marL="18288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5pPr>
            <a:lvl6pPr marL="22860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6pPr>
            <a:lvl7pPr marL="27432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7pPr>
            <a:lvl8pPr marL="32004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8pPr>
            <a:lvl9pPr marL="3657600" algn="l" defTabSz="457200" rtl="0" eaLnBrk="1" latinLnBrk="0" hangingPunct="1">
              <a:defRPr sz="1800" kern="1200">
                <a:solidFill>
                  <a:schemeClr val="tx1"/>
                </a:solidFill>
                <a:latin typeface="Arial" panose="020B0604020202020204" pitchFamily="34" charset="0"/>
                <a:ea typeface="微软雅黑" panose="020B0503020204020204" charset="-122"/>
                <a:cs typeface="+mn-ea"/>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9" name="矩形 8"/>
          <p:cNvSpPr/>
          <p:nvPr>
            <p:custDataLst>
              <p:tags r:id="rId19"/>
            </p:custDataLst>
          </p:nvPr>
        </p:nvSpPr>
        <p:spPr>
          <a:xfrm>
            <a:off x="871855" y="2693036"/>
            <a:ext cx="2906303"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en-US" altLang="en-US" sz="1200">
                <a:ln>
                  <a:noFill/>
                  <a:prstDash val="sysDot"/>
                </a:ln>
                <a:solidFill>
                  <a:srgbClr val="212121"/>
                </a:solidFill>
                <a:latin typeface="微软雅黑" panose="020B0503020204020204" charset="-122"/>
                <a:cs typeface="微软雅黑" panose="020B0503020204020204" charset="-122"/>
              </a:rPr>
              <a:t>MCP</a:t>
            </a:r>
            <a:r>
              <a:rPr lang="zh-CN" altLang="en-US" sz="1200">
                <a:ln>
                  <a:noFill/>
                  <a:prstDash val="sysDot"/>
                </a:ln>
                <a:solidFill>
                  <a:srgbClr val="212121"/>
                </a:solidFill>
                <a:latin typeface="微软雅黑" panose="020B0503020204020204" charset="-122"/>
                <a:cs typeface="微软雅黑" panose="020B0503020204020204" charset="-122"/>
              </a:rPr>
              <a:t>是</a:t>
            </a:r>
            <a:r>
              <a:rPr lang="en-US" altLang="zh-CN" sz="1200">
                <a:ln>
                  <a:noFill/>
                  <a:prstDash val="sysDot"/>
                </a:ln>
                <a:solidFill>
                  <a:srgbClr val="212121"/>
                </a:solidFill>
                <a:latin typeface="微软雅黑" panose="020B0503020204020204" charset="-122"/>
                <a:cs typeface="微软雅黑" panose="020B0503020204020204" charset="-122"/>
              </a:rPr>
              <a:t>Anthropic</a:t>
            </a:r>
            <a:r>
              <a:rPr lang="zh-CN" altLang="en-US" sz="1200">
                <a:ln>
                  <a:noFill/>
                  <a:prstDash val="sysDot"/>
                </a:ln>
                <a:solidFill>
                  <a:srgbClr val="212121"/>
                </a:solidFill>
                <a:latin typeface="微软雅黑" panose="020B0503020204020204" charset="-122"/>
                <a:cs typeface="微软雅黑" panose="020B0503020204020204" charset="-122"/>
              </a:rPr>
              <a:t>推出的开放协议，用于标准化</a:t>
            </a:r>
            <a:r>
              <a:rPr lang="en-US" altLang="zh-CN" sz="1200">
                <a:ln>
                  <a:noFill/>
                  <a:prstDash val="sysDot"/>
                </a:ln>
                <a:solidFill>
                  <a:srgbClr val="212121"/>
                </a:solidFill>
                <a:latin typeface="微软雅黑" panose="020B0503020204020204" charset="-122"/>
                <a:cs typeface="微软雅黑" panose="020B0503020204020204" charset="-122"/>
              </a:rPr>
              <a:t>AI</a:t>
            </a:r>
            <a:r>
              <a:rPr lang="zh-CN" altLang="en-US" sz="1200">
                <a:ln>
                  <a:noFill/>
                  <a:prstDash val="sysDot"/>
                </a:ln>
                <a:solidFill>
                  <a:srgbClr val="212121"/>
                </a:solidFill>
                <a:latin typeface="微软雅黑" panose="020B0503020204020204" charset="-122"/>
                <a:cs typeface="微软雅黑" panose="020B0503020204020204" charset="-122"/>
              </a:rPr>
              <a:t>模型与外部工具的连接</a:t>
            </a:r>
            <a:endParaRPr lang="zh-CN" altLang="en-US" sz="1200">
              <a:ln>
                <a:noFill/>
                <a:prstDash val="sysDot"/>
              </a:ln>
              <a:solidFill>
                <a:srgbClr val="212121"/>
              </a:solidFill>
              <a:latin typeface="微软雅黑" panose="020B0503020204020204" charset="-122"/>
              <a:cs typeface="微软雅黑" panose="020B0503020204020204" charset="-122"/>
            </a:endParaRPr>
          </a:p>
        </p:txBody>
      </p:sp>
      <p:sp>
        <p:nvSpPr>
          <p:cNvPr id="10" name="矩形 9"/>
          <p:cNvSpPr/>
          <p:nvPr>
            <p:custDataLst>
              <p:tags r:id="rId20"/>
            </p:custDataLst>
          </p:nvPr>
        </p:nvSpPr>
        <p:spPr>
          <a:xfrm>
            <a:off x="871856" y="2049145"/>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zh-CN" altLang="en-US" sz="2000" b="1">
                <a:solidFill>
                  <a:schemeClr val="accent1"/>
                </a:solidFill>
                <a:latin typeface="微软雅黑" panose="020B0503020204020204" charset="-122"/>
                <a:cs typeface="微软雅黑" panose="020B0503020204020204" charset="-122"/>
              </a:rPr>
              <a:t>开放协议标准化</a:t>
            </a:r>
            <a:endParaRPr lang="zh-CN" altLang="en-US" sz="2000" b="1">
              <a:solidFill>
                <a:schemeClr val="accent1"/>
              </a:solidFill>
              <a:latin typeface="微软雅黑" panose="020B0503020204020204" charset="-122"/>
              <a:cs typeface="微软雅黑" panose="020B0503020204020204" charset="-122"/>
            </a:endParaRPr>
          </a:p>
        </p:txBody>
      </p:sp>
      <p:sp>
        <p:nvSpPr>
          <p:cNvPr id="12" name="矩形 11"/>
          <p:cNvSpPr/>
          <p:nvPr>
            <p:custDataLst>
              <p:tags r:id="rId21"/>
            </p:custDataLst>
          </p:nvPr>
        </p:nvSpPr>
        <p:spPr>
          <a:xfrm>
            <a:off x="3050541" y="2049145"/>
            <a:ext cx="727646"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1"/>
                </a:solidFill>
                <a:latin typeface="微软雅黑" panose="020B0503020204020204" charset="-122"/>
                <a:cs typeface="微软雅黑" panose="020B0503020204020204" charset="-122"/>
              </a:rPr>
              <a:t>01</a:t>
            </a:r>
            <a:endParaRPr lang="en-US" altLang="zh-CN" sz="3200" b="1">
              <a:solidFill>
                <a:schemeClr val="accent1"/>
              </a:solidFill>
              <a:latin typeface="微软雅黑" panose="020B0503020204020204" charset="-122"/>
              <a:cs typeface="微软雅黑" panose="020B0503020204020204" charset="-122"/>
            </a:endParaRPr>
          </a:p>
        </p:txBody>
      </p:sp>
      <p:sp>
        <p:nvSpPr>
          <p:cNvPr id="14" name="矩形 13"/>
          <p:cNvSpPr/>
          <p:nvPr>
            <p:custDataLst>
              <p:tags r:id="rId22"/>
            </p:custDataLst>
          </p:nvPr>
        </p:nvSpPr>
        <p:spPr>
          <a:xfrm>
            <a:off x="4620896" y="2693036"/>
            <a:ext cx="2906303"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zh-CN" altLang="en-US" sz="1200" dirty="0">
                <a:ln>
                  <a:noFill/>
                  <a:prstDash val="sysDot"/>
                </a:ln>
                <a:solidFill>
                  <a:srgbClr val="212121"/>
                </a:solidFill>
                <a:latin typeface="微软雅黑" panose="020B0503020204020204" charset="-122"/>
                <a:cs typeface="微软雅黑" panose="020B0503020204020204" charset="-122"/>
              </a:rPr>
              <a:t>支持扩展私有域访问、知识图谱、网页浏览等高级能力</a:t>
            </a:r>
            <a:endParaRPr lang="zh-CN" altLang="en-US" sz="1200" dirty="0">
              <a:ln>
                <a:noFill/>
                <a:prstDash val="sysDot"/>
              </a:ln>
              <a:solidFill>
                <a:srgbClr val="212121"/>
              </a:solidFill>
              <a:latin typeface="微软雅黑" panose="020B0503020204020204" charset="-122"/>
              <a:cs typeface="微软雅黑" panose="020B0503020204020204" charset="-122"/>
            </a:endParaRPr>
          </a:p>
        </p:txBody>
      </p:sp>
      <p:sp>
        <p:nvSpPr>
          <p:cNvPr id="15" name="矩形 14"/>
          <p:cNvSpPr/>
          <p:nvPr>
            <p:custDataLst>
              <p:tags r:id="rId23"/>
            </p:custDataLst>
          </p:nvPr>
        </p:nvSpPr>
        <p:spPr>
          <a:xfrm>
            <a:off x="4620896" y="2049145"/>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zh-CN" altLang="en-US" sz="2000" b="1">
                <a:solidFill>
                  <a:schemeClr val="accent2"/>
                </a:solidFill>
                <a:latin typeface="微软雅黑" panose="020B0503020204020204" charset="-122"/>
                <a:cs typeface="微软雅黑" panose="020B0503020204020204" charset="-122"/>
              </a:rPr>
              <a:t>高级能力扩展支持</a:t>
            </a:r>
            <a:endParaRPr lang="zh-CN" altLang="en-US" sz="2000" b="1">
              <a:solidFill>
                <a:schemeClr val="accent2"/>
              </a:solidFill>
              <a:latin typeface="微软雅黑" panose="020B0503020204020204" charset="-122"/>
              <a:cs typeface="微软雅黑" panose="020B0503020204020204" charset="-122"/>
            </a:endParaRPr>
          </a:p>
        </p:txBody>
      </p:sp>
      <p:sp>
        <p:nvSpPr>
          <p:cNvPr id="16" name="矩形 15"/>
          <p:cNvSpPr/>
          <p:nvPr>
            <p:custDataLst>
              <p:tags r:id="rId24"/>
            </p:custDataLst>
          </p:nvPr>
        </p:nvSpPr>
        <p:spPr>
          <a:xfrm>
            <a:off x="6799581" y="2049145"/>
            <a:ext cx="727647"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2"/>
                </a:solidFill>
                <a:latin typeface="微软雅黑" panose="020B0503020204020204" charset="-122"/>
                <a:cs typeface="微软雅黑" panose="020B0503020204020204" charset="-122"/>
              </a:rPr>
              <a:t>02</a:t>
            </a:r>
            <a:endParaRPr lang="en-US" altLang="zh-CN" sz="3200" b="1">
              <a:solidFill>
                <a:schemeClr val="accent2"/>
              </a:solidFill>
              <a:latin typeface="微软雅黑" panose="020B0503020204020204" charset="-122"/>
              <a:cs typeface="微软雅黑" panose="020B0503020204020204" charset="-122"/>
            </a:endParaRPr>
          </a:p>
        </p:txBody>
      </p:sp>
      <p:sp>
        <p:nvSpPr>
          <p:cNvPr id="17" name="矩形 16"/>
          <p:cNvSpPr/>
          <p:nvPr>
            <p:custDataLst>
              <p:tags r:id="rId25"/>
            </p:custDataLst>
          </p:nvPr>
        </p:nvSpPr>
        <p:spPr>
          <a:xfrm>
            <a:off x="8360411" y="2693036"/>
            <a:ext cx="2906304"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zh-CN" altLang="en-US" sz="1200" dirty="0">
                <a:ln>
                  <a:noFill/>
                  <a:prstDash val="sysDot"/>
                </a:ln>
                <a:solidFill>
                  <a:srgbClr val="212121"/>
                </a:solidFill>
                <a:latin typeface="微软雅黑" panose="020B0503020204020204" charset="-122"/>
                <a:cs typeface="微软雅黑" panose="020B0503020204020204" charset="-122"/>
              </a:rPr>
              <a:t>促进多样化研究工具和方法的无缝集成</a:t>
            </a:r>
            <a:endParaRPr lang="zh-CN" altLang="en-US" sz="1200" dirty="0">
              <a:ln>
                <a:noFill/>
                <a:prstDash val="sysDot"/>
              </a:ln>
              <a:solidFill>
                <a:srgbClr val="212121"/>
              </a:solidFill>
              <a:latin typeface="微软雅黑" panose="020B0503020204020204" charset="-122"/>
              <a:cs typeface="微软雅黑" panose="020B0503020204020204" charset="-122"/>
            </a:endParaRPr>
          </a:p>
        </p:txBody>
      </p:sp>
      <p:sp>
        <p:nvSpPr>
          <p:cNvPr id="18" name="矩形 17"/>
          <p:cNvSpPr/>
          <p:nvPr>
            <p:custDataLst>
              <p:tags r:id="rId26"/>
            </p:custDataLst>
          </p:nvPr>
        </p:nvSpPr>
        <p:spPr>
          <a:xfrm>
            <a:off x="8360411" y="2049145"/>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zh-CN" altLang="en-US" sz="2000" b="1">
                <a:solidFill>
                  <a:schemeClr val="accent1"/>
                </a:solidFill>
                <a:latin typeface="微软雅黑" panose="020B0503020204020204" charset="-122"/>
                <a:cs typeface="微软雅黑" panose="020B0503020204020204" charset="-122"/>
              </a:rPr>
              <a:t>研究工具无缝集成</a:t>
            </a:r>
            <a:endParaRPr lang="zh-CN" altLang="en-US" sz="2000" b="1">
              <a:solidFill>
                <a:schemeClr val="accent1"/>
              </a:solidFill>
              <a:latin typeface="微软雅黑" panose="020B0503020204020204" charset="-122"/>
              <a:cs typeface="微软雅黑" panose="020B0503020204020204" charset="-122"/>
            </a:endParaRPr>
          </a:p>
        </p:txBody>
      </p:sp>
      <p:sp>
        <p:nvSpPr>
          <p:cNvPr id="19" name="矩形 18"/>
          <p:cNvSpPr/>
          <p:nvPr>
            <p:custDataLst>
              <p:tags r:id="rId27"/>
            </p:custDataLst>
          </p:nvPr>
        </p:nvSpPr>
        <p:spPr>
          <a:xfrm>
            <a:off x="10539096" y="2049145"/>
            <a:ext cx="727646"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1"/>
                </a:solidFill>
                <a:latin typeface="微软雅黑" panose="020B0503020204020204" charset="-122"/>
                <a:cs typeface="微软雅黑" panose="020B0503020204020204" charset="-122"/>
              </a:rPr>
              <a:t>03</a:t>
            </a:r>
            <a:endParaRPr lang="en-US" altLang="zh-CN" sz="3200" b="1">
              <a:solidFill>
                <a:schemeClr val="accent1"/>
              </a:solidFill>
              <a:latin typeface="微软雅黑" panose="020B0503020204020204" charset="-122"/>
              <a:cs typeface="微软雅黑" panose="020B0503020204020204" charset="-122"/>
            </a:endParaRPr>
          </a:p>
        </p:txBody>
      </p:sp>
      <p:sp>
        <p:nvSpPr>
          <p:cNvPr id="22" name="矩形 21"/>
          <p:cNvSpPr/>
          <p:nvPr>
            <p:custDataLst>
              <p:tags r:id="rId28"/>
            </p:custDataLst>
          </p:nvPr>
        </p:nvSpPr>
        <p:spPr>
          <a:xfrm>
            <a:off x="880110" y="5121910"/>
            <a:ext cx="2906303"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zh-CN" altLang="en-US" sz="1200">
                <a:ln>
                  <a:noFill/>
                  <a:prstDash val="sysDot"/>
                </a:ln>
                <a:solidFill>
                  <a:srgbClr val="212121"/>
                </a:solidFill>
                <a:latin typeface="微软雅黑" panose="020B0503020204020204" charset="-122"/>
                <a:cs typeface="微软雅黑" panose="020B0503020204020204" charset="-122"/>
              </a:rPr>
              <a:t>内置智能工具选择和推荐算法，自动选择最适合的工具组合</a:t>
            </a:r>
            <a:endParaRPr lang="zh-CN" altLang="en-US" sz="1200">
              <a:ln>
                <a:noFill/>
                <a:prstDash val="sysDot"/>
              </a:ln>
              <a:solidFill>
                <a:srgbClr val="212121"/>
              </a:solidFill>
              <a:latin typeface="微软雅黑" panose="020B0503020204020204" charset="-122"/>
              <a:cs typeface="微软雅黑" panose="020B0503020204020204" charset="-122"/>
            </a:endParaRPr>
          </a:p>
        </p:txBody>
      </p:sp>
      <p:sp>
        <p:nvSpPr>
          <p:cNvPr id="23" name="矩形 22"/>
          <p:cNvSpPr/>
          <p:nvPr>
            <p:custDataLst>
              <p:tags r:id="rId29"/>
            </p:custDataLst>
          </p:nvPr>
        </p:nvSpPr>
        <p:spPr>
          <a:xfrm>
            <a:off x="880111" y="4478021"/>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zh-CN" altLang="en-US" sz="2000" b="1">
                <a:solidFill>
                  <a:schemeClr val="accent2"/>
                </a:solidFill>
                <a:latin typeface="微软雅黑" panose="020B0503020204020204" charset="-122"/>
                <a:cs typeface="微软雅黑" panose="020B0503020204020204" charset="-122"/>
              </a:rPr>
              <a:t>智能工具选择机制</a:t>
            </a:r>
            <a:endParaRPr lang="zh-CN" altLang="en-US" sz="2000" b="1">
              <a:solidFill>
                <a:schemeClr val="accent2"/>
              </a:solidFill>
              <a:latin typeface="微软雅黑" panose="020B0503020204020204" charset="-122"/>
              <a:cs typeface="微软雅黑" panose="020B0503020204020204" charset="-122"/>
            </a:endParaRPr>
          </a:p>
        </p:txBody>
      </p:sp>
      <p:sp>
        <p:nvSpPr>
          <p:cNvPr id="24" name="矩形 23"/>
          <p:cNvSpPr/>
          <p:nvPr>
            <p:custDataLst>
              <p:tags r:id="rId30"/>
            </p:custDataLst>
          </p:nvPr>
        </p:nvSpPr>
        <p:spPr>
          <a:xfrm>
            <a:off x="3058796" y="4478021"/>
            <a:ext cx="727646"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2"/>
                </a:solidFill>
                <a:latin typeface="微软雅黑" panose="020B0503020204020204" charset="-122"/>
                <a:cs typeface="微软雅黑" panose="020B0503020204020204" charset="-122"/>
              </a:rPr>
              <a:t>04</a:t>
            </a:r>
            <a:endParaRPr lang="en-US" altLang="zh-CN" sz="3200" b="1">
              <a:solidFill>
                <a:schemeClr val="accent2"/>
              </a:solidFill>
              <a:latin typeface="微软雅黑" panose="020B0503020204020204" charset="-122"/>
              <a:cs typeface="微软雅黑" panose="020B0503020204020204" charset="-122"/>
            </a:endParaRPr>
          </a:p>
        </p:txBody>
      </p:sp>
      <p:sp>
        <p:nvSpPr>
          <p:cNvPr id="25" name="矩形 24"/>
          <p:cNvSpPr/>
          <p:nvPr>
            <p:custDataLst>
              <p:tags r:id="rId31"/>
            </p:custDataLst>
          </p:nvPr>
        </p:nvSpPr>
        <p:spPr>
          <a:xfrm>
            <a:off x="4620896" y="5121910"/>
            <a:ext cx="2906303"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zh-CN" altLang="en-US" sz="1200" dirty="0">
                <a:ln>
                  <a:noFill/>
                  <a:prstDash val="sysDot"/>
                </a:ln>
                <a:solidFill>
                  <a:srgbClr val="212121"/>
                </a:solidFill>
                <a:latin typeface="微软雅黑" panose="020B0503020204020204" charset="-122"/>
                <a:cs typeface="微软雅黑" panose="020B0503020204020204" charset="-122"/>
              </a:rPr>
              <a:t>针对</a:t>
            </a:r>
            <a:r>
              <a:rPr lang="en-US" altLang="zh-CN" sz="1200" dirty="0">
                <a:ln>
                  <a:noFill/>
                  <a:prstDash val="sysDot"/>
                </a:ln>
                <a:solidFill>
                  <a:srgbClr val="212121"/>
                </a:solidFill>
                <a:latin typeface="微软雅黑" panose="020B0503020204020204" charset="-122"/>
                <a:cs typeface="微软雅黑" panose="020B0503020204020204" charset="-122"/>
              </a:rPr>
              <a:t>Windows</a:t>
            </a:r>
            <a:r>
              <a:rPr lang="zh-CN" altLang="en-US" sz="1200" dirty="0">
                <a:ln>
                  <a:noFill/>
                  <a:prstDash val="sysDot"/>
                </a:ln>
                <a:solidFill>
                  <a:srgbClr val="212121"/>
                </a:solidFill>
                <a:latin typeface="微软雅黑" panose="020B0503020204020204" charset="-122"/>
                <a:cs typeface="微软雅黑" panose="020B0503020204020204" charset="-122"/>
              </a:rPr>
              <a:t>环境进行兼容性优化，支持企业部署场景</a:t>
            </a:r>
            <a:endParaRPr lang="zh-CN" altLang="en-US" sz="1200" dirty="0">
              <a:ln>
                <a:noFill/>
                <a:prstDash val="sysDot"/>
              </a:ln>
              <a:solidFill>
                <a:srgbClr val="212121"/>
              </a:solidFill>
              <a:latin typeface="微软雅黑" panose="020B0503020204020204" charset="-122"/>
              <a:cs typeface="微软雅黑" panose="020B0503020204020204" charset="-122"/>
            </a:endParaRPr>
          </a:p>
        </p:txBody>
      </p:sp>
      <p:sp>
        <p:nvSpPr>
          <p:cNvPr id="26" name="矩形 25"/>
          <p:cNvSpPr/>
          <p:nvPr>
            <p:custDataLst>
              <p:tags r:id="rId32"/>
            </p:custDataLst>
          </p:nvPr>
        </p:nvSpPr>
        <p:spPr>
          <a:xfrm>
            <a:off x="4620896" y="4478021"/>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en-US" altLang="en-US" sz="2000" b="1" dirty="0">
                <a:solidFill>
                  <a:schemeClr val="accent1"/>
                </a:solidFill>
                <a:latin typeface="微软雅黑" panose="020B0503020204020204" charset="-122"/>
                <a:cs typeface="微软雅黑" panose="020B0503020204020204" charset="-122"/>
              </a:rPr>
              <a:t>Windows</a:t>
            </a:r>
            <a:r>
              <a:rPr lang="zh-CN" altLang="en-US" sz="2000" b="1" dirty="0">
                <a:solidFill>
                  <a:schemeClr val="accent1"/>
                </a:solidFill>
                <a:latin typeface="微软雅黑" panose="020B0503020204020204" charset="-122"/>
                <a:cs typeface="微软雅黑" panose="020B0503020204020204" charset="-122"/>
              </a:rPr>
              <a:t>企业级兼容</a:t>
            </a:r>
            <a:endParaRPr lang="zh-CN" altLang="en-US" sz="2000" b="1" dirty="0">
              <a:solidFill>
                <a:schemeClr val="accent1"/>
              </a:solidFill>
              <a:latin typeface="微软雅黑" panose="020B0503020204020204" charset="-122"/>
              <a:cs typeface="微软雅黑" panose="020B0503020204020204" charset="-122"/>
            </a:endParaRPr>
          </a:p>
        </p:txBody>
      </p:sp>
      <p:sp>
        <p:nvSpPr>
          <p:cNvPr id="27" name="矩形 26"/>
          <p:cNvSpPr/>
          <p:nvPr>
            <p:custDataLst>
              <p:tags r:id="rId33"/>
            </p:custDataLst>
          </p:nvPr>
        </p:nvSpPr>
        <p:spPr>
          <a:xfrm>
            <a:off x="6799581" y="4478021"/>
            <a:ext cx="727647"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1"/>
                </a:solidFill>
                <a:latin typeface="微软雅黑" panose="020B0503020204020204" charset="-122"/>
                <a:cs typeface="微软雅黑" panose="020B0503020204020204" charset="-122"/>
              </a:rPr>
              <a:t>05</a:t>
            </a:r>
            <a:endParaRPr lang="en-US" altLang="zh-CN" sz="3200" b="1">
              <a:solidFill>
                <a:schemeClr val="accent1"/>
              </a:solidFill>
              <a:latin typeface="微软雅黑" panose="020B0503020204020204" charset="-122"/>
              <a:cs typeface="微软雅黑" panose="020B0503020204020204" charset="-122"/>
            </a:endParaRPr>
          </a:p>
        </p:txBody>
      </p:sp>
      <p:sp>
        <p:nvSpPr>
          <p:cNvPr id="28" name="矩形 27"/>
          <p:cNvSpPr/>
          <p:nvPr>
            <p:custDataLst>
              <p:tags r:id="rId34"/>
            </p:custDataLst>
          </p:nvPr>
        </p:nvSpPr>
        <p:spPr>
          <a:xfrm>
            <a:off x="8352156" y="5121910"/>
            <a:ext cx="2906303" cy="1131470"/>
          </a:xfrm>
          <a:prstGeom prst="rect">
            <a:avLst/>
          </a:prstGeom>
          <a:noFill/>
        </p:spPr>
        <p:txBody>
          <a:bodyPr wrap="square" lIns="0" tIns="0" rIns="0" bIns="0" rtlCol="0" anchor="t" anchorCtr="0">
            <a:noAutofit/>
          </a:bodyPr>
          <a:lstStyle/>
          <a:p>
            <a:pPr defTabSz="914400">
              <a:lnSpc>
                <a:spcPct val="150000"/>
              </a:lnSpc>
              <a:spcBef>
                <a:spcPct val="0"/>
              </a:spcBef>
              <a:spcAft>
                <a:spcPct val="0"/>
              </a:spcAft>
            </a:pPr>
            <a:r>
              <a:rPr lang="zh-CN" altLang="en-US" sz="1200">
                <a:ln>
                  <a:noFill/>
                  <a:prstDash val="sysDot"/>
                </a:ln>
                <a:solidFill>
                  <a:srgbClr val="212121"/>
                </a:solidFill>
                <a:latin typeface="微软雅黑" panose="020B0503020204020204" charset="-122"/>
                <a:cs typeface="微软雅黑" panose="020B0503020204020204" charset="-122"/>
              </a:rPr>
              <a:t>工具兼容性检查和错误恢复机制，确保系统稳定性</a:t>
            </a:r>
            <a:endParaRPr lang="zh-CN" altLang="en-US" sz="1200">
              <a:ln>
                <a:noFill/>
                <a:prstDash val="sysDot"/>
              </a:ln>
              <a:solidFill>
                <a:srgbClr val="212121"/>
              </a:solidFill>
              <a:latin typeface="微软雅黑" panose="020B0503020204020204" charset="-122"/>
              <a:cs typeface="微软雅黑" panose="020B0503020204020204" charset="-122"/>
            </a:endParaRPr>
          </a:p>
        </p:txBody>
      </p:sp>
      <p:sp>
        <p:nvSpPr>
          <p:cNvPr id="29" name="矩形 28"/>
          <p:cNvSpPr/>
          <p:nvPr>
            <p:custDataLst>
              <p:tags r:id="rId35"/>
            </p:custDataLst>
          </p:nvPr>
        </p:nvSpPr>
        <p:spPr>
          <a:xfrm>
            <a:off x="8352156" y="4478021"/>
            <a:ext cx="2000011" cy="590722"/>
          </a:xfrm>
          <a:prstGeom prst="rect">
            <a:avLst/>
          </a:prstGeom>
          <a:noFill/>
        </p:spPr>
        <p:txBody>
          <a:bodyPr wrap="square" lIns="0" tIns="0" rIns="0" bIns="0" rtlCol="0" anchor="ctr" anchorCtr="0">
            <a:noAutofit/>
          </a:bodyPr>
          <a:lstStyle/>
          <a:p>
            <a:pPr defTabSz="914400">
              <a:spcBef>
                <a:spcPct val="0"/>
              </a:spcBef>
              <a:spcAft>
                <a:spcPct val="0"/>
              </a:spcAft>
              <a:buClr>
                <a:schemeClr val="accent1"/>
              </a:buClr>
              <a:buSzPct val="70000"/>
            </a:pPr>
            <a:r>
              <a:rPr lang="zh-CN" altLang="en-US" sz="2000" b="1">
                <a:solidFill>
                  <a:schemeClr val="accent2"/>
                </a:solidFill>
                <a:latin typeface="微软雅黑" panose="020B0503020204020204" charset="-122"/>
                <a:cs typeface="微软雅黑" panose="020B0503020204020204" charset="-122"/>
              </a:rPr>
              <a:t>稳定性保障机制</a:t>
            </a:r>
            <a:endParaRPr lang="zh-CN" altLang="en-US" sz="2000" b="1">
              <a:solidFill>
                <a:schemeClr val="accent2"/>
              </a:solidFill>
              <a:latin typeface="微软雅黑" panose="020B0503020204020204" charset="-122"/>
              <a:cs typeface="微软雅黑" panose="020B0503020204020204" charset="-122"/>
            </a:endParaRPr>
          </a:p>
        </p:txBody>
      </p:sp>
      <p:sp>
        <p:nvSpPr>
          <p:cNvPr id="30" name="矩形 29"/>
          <p:cNvSpPr/>
          <p:nvPr>
            <p:custDataLst>
              <p:tags r:id="rId36"/>
            </p:custDataLst>
          </p:nvPr>
        </p:nvSpPr>
        <p:spPr>
          <a:xfrm>
            <a:off x="10530841" y="4478021"/>
            <a:ext cx="727646" cy="590722"/>
          </a:xfrm>
          <a:prstGeom prst="rect">
            <a:avLst/>
          </a:prstGeom>
          <a:noFill/>
        </p:spPr>
        <p:txBody>
          <a:bodyPr wrap="none" lIns="0" tIns="0" rIns="0" bIns="0" rtlCol="0" anchor="ctr" anchorCtr="0">
            <a:noAutofit/>
          </a:bodyPr>
          <a:lstStyle/>
          <a:p>
            <a:pPr algn="r" defTabSz="914400">
              <a:spcBef>
                <a:spcPct val="0"/>
              </a:spcBef>
              <a:spcAft>
                <a:spcPct val="0"/>
              </a:spcAft>
              <a:buClr>
                <a:schemeClr val="accent1"/>
              </a:buClr>
              <a:buSzPct val="70000"/>
            </a:pPr>
            <a:r>
              <a:rPr lang="en-US" altLang="zh-CN" sz="3200" b="1">
                <a:solidFill>
                  <a:schemeClr val="accent2"/>
                </a:solidFill>
                <a:latin typeface="微软雅黑" panose="020B0503020204020204" charset="-122"/>
                <a:cs typeface="微软雅黑" panose="020B0503020204020204" charset="-122"/>
              </a:rPr>
              <a:t>06</a:t>
            </a:r>
            <a:endParaRPr lang="en-US" altLang="zh-CN" sz="3200" b="1">
              <a:solidFill>
                <a:schemeClr val="accent2"/>
              </a:solidFill>
              <a:latin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多模态内容生成</a:t>
            </a:r>
            <a:endParaRPr lang="zh-CN" altLang="en-US"/>
          </a:p>
        </p:txBody>
      </p:sp>
      <p:sp>
        <p:nvSpPr>
          <p:cNvPr id="2" name="椭圆 6"/>
          <p:cNvSpPr/>
          <p:nvPr>
            <p:custDataLst>
              <p:tags r:id="rId2"/>
            </p:custDataLst>
          </p:nvPr>
        </p:nvSpPr>
        <p:spPr>
          <a:xfrm>
            <a:off x="5380957" y="3255436"/>
            <a:ext cx="1429381" cy="1429381"/>
          </a:xfrm>
          <a:prstGeom prst="ellipse">
            <a:avLst/>
          </a:prstGeom>
          <a:noFill/>
          <a:ln w="50800">
            <a:solidFill>
              <a:schemeClr val="accent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 name="任意多边形: 形状 25"/>
          <p:cNvSpPr/>
          <p:nvPr>
            <p:custDataLst>
              <p:tags r:id="rId3"/>
            </p:custDataLst>
          </p:nvPr>
        </p:nvSpPr>
        <p:spPr>
          <a:xfrm>
            <a:off x="1561721" y="1729383"/>
            <a:ext cx="2591300" cy="1333069"/>
          </a:xfrm>
          <a:prstGeom prst="roundRect">
            <a:avLst>
              <a:gd name="adj" fmla="val 2914"/>
            </a:avLst>
          </a:prstGeom>
          <a:solidFill>
            <a:schemeClr val="accent3">
              <a:lumMod val="60000"/>
              <a:lumOff val="40000"/>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0" name="任意多边形: 形状 7"/>
          <p:cNvSpPr/>
          <p:nvPr>
            <p:custDataLst>
              <p:tags r:id="rId4"/>
            </p:custDataLst>
          </p:nvPr>
        </p:nvSpPr>
        <p:spPr>
          <a:xfrm>
            <a:off x="8037817" y="1720544"/>
            <a:ext cx="2591300" cy="1333069"/>
          </a:xfrm>
          <a:prstGeom prst="roundRect">
            <a:avLst>
              <a:gd name="adj" fmla="val 2919"/>
            </a:avLst>
          </a:prstGeom>
          <a:solidFill>
            <a:schemeClr val="accent4">
              <a:lumMod val="60000"/>
              <a:lumOff val="40000"/>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pic>
        <p:nvPicPr>
          <p:cNvPr id="11" name="图片 7" descr="343439383331313b343532303032333bc6f3d2b5bcf2bde9"/>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773678" y="3648156"/>
            <a:ext cx="644309" cy="644309"/>
          </a:xfrm>
          <a:prstGeom prst="rect">
            <a:avLst/>
          </a:prstGeom>
        </p:spPr>
      </p:pic>
      <p:sp>
        <p:nvSpPr>
          <p:cNvPr id="12" name="任意多边形: 形状 17"/>
          <p:cNvSpPr/>
          <p:nvPr>
            <p:custDataLst>
              <p:tags r:id="rId8"/>
            </p:custDataLst>
          </p:nvPr>
        </p:nvSpPr>
        <p:spPr>
          <a:xfrm>
            <a:off x="2234144" y="1969309"/>
            <a:ext cx="3040109" cy="1328430"/>
          </a:xfrm>
          <a:custGeom>
            <a:avLst/>
            <a:gdLst>
              <a:gd name="connsiteX0" fmla="*/ 2320957 w 2320957"/>
              <a:gd name="connsiteY0" fmla="*/ 40386 h 1013896"/>
              <a:gd name="connsiteX1" fmla="*/ 2320957 w 2320957"/>
              <a:gd name="connsiteY1" fmla="*/ 821436 h 1013896"/>
              <a:gd name="connsiteX2" fmla="*/ 2280667 w 2320957"/>
              <a:gd name="connsiteY2" fmla="*/ 861917 h 1013896"/>
              <a:gd name="connsiteX3" fmla="*/ 2280571 w 2320957"/>
              <a:gd name="connsiteY3" fmla="*/ 861917 h 1013896"/>
              <a:gd name="connsiteX4" fmla="*/ 2119694 w 2320957"/>
              <a:gd name="connsiteY4" fmla="*/ 861917 h 1013896"/>
              <a:gd name="connsiteX5" fmla="*/ 2109131 w 2320957"/>
              <a:gd name="connsiteY5" fmla="*/ 872306 h 1013896"/>
              <a:gd name="connsiteX6" fmla="*/ 2110645 w 2320957"/>
              <a:gd name="connsiteY6" fmla="*/ 877824 h 1013896"/>
              <a:gd name="connsiteX7" fmla="*/ 2181607 w 2320957"/>
              <a:gd name="connsiteY7" fmla="*/ 996220 h 1013896"/>
              <a:gd name="connsiteX8" fmla="*/ 2177482 w 2320957"/>
              <a:gd name="connsiteY8" fmla="*/ 1012269 h 1013896"/>
              <a:gd name="connsiteX9" fmla="*/ 2167224 w 2320957"/>
              <a:gd name="connsiteY9" fmla="*/ 1013079 h 1013896"/>
              <a:gd name="connsiteX10" fmla="*/ 1808608 w 2320957"/>
              <a:gd name="connsiteY10" fmla="*/ 870204 h 1013896"/>
              <a:gd name="connsiteX11" fmla="*/ 1766888 w 2320957"/>
              <a:gd name="connsiteY11" fmla="*/ 862203 h 1013896"/>
              <a:gd name="connsiteX12" fmla="*/ 40386 w 2320957"/>
              <a:gd name="connsiteY12" fmla="*/ 862203 h 1013896"/>
              <a:gd name="connsiteX13" fmla="*/ 0 w 2320957"/>
              <a:gd name="connsiteY13" fmla="*/ 821817 h 1013896"/>
              <a:gd name="connsiteX14" fmla="*/ 0 w 2320957"/>
              <a:gd name="connsiteY14" fmla="*/ 821627 h 1013896"/>
              <a:gd name="connsiteX15" fmla="*/ 0 w 2320957"/>
              <a:gd name="connsiteY15" fmla="*/ 40386 h 1013896"/>
              <a:gd name="connsiteX16" fmla="*/ 40386 w 2320957"/>
              <a:gd name="connsiteY16" fmla="*/ 0 h 1013896"/>
              <a:gd name="connsiteX17" fmla="*/ 2280571 w 2320957"/>
              <a:gd name="connsiteY17" fmla="*/ 0 h 1013896"/>
              <a:gd name="connsiteX18" fmla="*/ 2320957 w 2320957"/>
              <a:gd name="connsiteY18" fmla="*/ 40386 h 101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20957" h="1013896">
                <a:moveTo>
                  <a:pt x="2320957" y="40386"/>
                </a:moveTo>
                <a:lnTo>
                  <a:pt x="2320957" y="821436"/>
                </a:lnTo>
                <a:cubicBezTo>
                  <a:pt x="2321015" y="843741"/>
                  <a:pt x="2302974" y="861865"/>
                  <a:pt x="2280667" y="861917"/>
                </a:cubicBezTo>
                <a:cubicBezTo>
                  <a:pt x="2280638" y="861917"/>
                  <a:pt x="2280600" y="861917"/>
                  <a:pt x="2280571" y="861917"/>
                </a:cubicBezTo>
                <a:lnTo>
                  <a:pt x="2119694" y="861917"/>
                </a:lnTo>
                <a:cubicBezTo>
                  <a:pt x="2113912" y="861869"/>
                  <a:pt x="2109178" y="866520"/>
                  <a:pt x="2109131" y="872306"/>
                </a:cubicBezTo>
                <a:cubicBezTo>
                  <a:pt x="2109112" y="874251"/>
                  <a:pt x="2109636" y="876161"/>
                  <a:pt x="2110645" y="877824"/>
                </a:cubicBezTo>
                <a:lnTo>
                  <a:pt x="2181607" y="996220"/>
                </a:lnTo>
                <a:cubicBezTo>
                  <a:pt x="2184902" y="1001792"/>
                  <a:pt x="2183054" y="1008974"/>
                  <a:pt x="2177482" y="1012269"/>
                </a:cubicBezTo>
                <a:cubicBezTo>
                  <a:pt x="2174368" y="1014108"/>
                  <a:pt x="2170586" y="1014403"/>
                  <a:pt x="2167224" y="1013079"/>
                </a:cubicBezTo>
                <a:lnTo>
                  <a:pt x="1808608" y="870204"/>
                </a:lnTo>
                <a:cubicBezTo>
                  <a:pt x="1795330" y="864939"/>
                  <a:pt x="1781175" y="862224"/>
                  <a:pt x="1766888" y="862203"/>
                </a:cubicBezTo>
                <a:lnTo>
                  <a:pt x="40386" y="862203"/>
                </a:lnTo>
                <a:cubicBezTo>
                  <a:pt x="18082" y="862203"/>
                  <a:pt x="0" y="844122"/>
                  <a:pt x="0" y="821817"/>
                </a:cubicBezTo>
                <a:cubicBezTo>
                  <a:pt x="0" y="821754"/>
                  <a:pt x="0" y="821690"/>
                  <a:pt x="0" y="821627"/>
                </a:cubicBezTo>
                <a:lnTo>
                  <a:pt x="0" y="40386"/>
                </a:lnTo>
                <a:cubicBezTo>
                  <a:pt x="0" y="18081"/>
                  <a:pt x="18082" y="0"/>
                  <a:pt x="40386" y="0"/>
                </a:cubicBezTo>
                <a:lnTo>
                  <a:pt x="2280571" y="0"/>
                </a:lnTo>
                <a:cubicBezTo>
                  <a:pt x="2302879" y="0"/>
                  <a:pt x="2320957" y="18081"/>
                  <a:pt x="2320957" y="40386"/>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107950" bIns="360045"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演示文稿生成</a:t>
            </a:r>
            <a:r>
              <a:rPr lang="en-US" altLang="zh-CN" sz="1600" kern="0" dirty="0">
                <a:ln>
                  <a:noFill/>
                  <a:prstDash val="sysDot"/>
                </a:ln>
                <a:solidFill>
                  <a:srgbClr val="FFFFFF"/>
                </a:solidFill>
                <a:latin typeface="+mn-ea"/>
                <a:cs typeface="+mn-ea"/>
                <a:sym typeface="+mn-ea"/>
              </a:rPr>
              <a:t> (PPT) - </a:t>
            </a:r>
            <a:r>
              <a:rPr lang="zh-CN" altLang="en-US" sz="1600" kern="0" dirty="0">
                <a:ln>
                  <a:noFill/>
                  <a:prstDash val="sysDot"/>
                </a:ln>
                <a:solidFill>
                  <a:srgbClr val="FFFFFF"/>
                </a:solidFill>
                <a:latin typeface="+mn-ea"/>
                <a:cs typeface="+mn-ea"/>
                <a:sym typeface="+mn-ea"/>
              </a:rPr>
              <a:t>自动创建</a:t>
            </a:r>
            <a:r>
              <a:rPr lang="en-US" altLang="zh-CN" sz="1600" kern="0" dirty="0">
                <a:ln>
                  <a:noFill/>
                  <a:prstDash val="sysDot"/>
                </a:ln>
                <a:solidFill>
                  <a:srgbClr val="FFFFFF"/>
                </a:solidFill>
                <a:latin typeface="+mn-ea"/>
                <a:cs typeface="+mn-ea"/>
                <a:sym typeface="+mn-ea"/>
              </a:rPr>
              <a:t>PowerPoint</a:t>
            </a:r>
            <a:r>
              <a:rPr lang="zh-CN" altLang="en-US" sz="1600" kern="0" dirty="0">
                <a:ln>
                  <a:noFill/>
                  <a:prstDash val="sysDot"/>
                </a:ln>
                <a:solidFill>
                  <a:srgbClr val="FFFFFF"/>
                </a:solidFill>
                <a:latin typeface="+mn-ea"/>
                <a:cs typeface="+mn-ea"/>
                <a:sym typeface="+mn-ea"/>
              </a:rPr>
              <a:t>演示文稿</a:t>
            </a:r>
            <a:r>
              <a:rPr lang="en-US" altLang="zh-CN" sz="1600" kern="0" dirty="0">
                <a:ln>
                  <a:noFill/>
                  <a:prstDash val="sysDot"/>
                </a:ln>
                <a:solidFill>
                  <a:srgbClr val="FFFFFF"/>
                </a:solidFill>
                <a:latin typeface="+mn-ea"/>
                <a:cs typeface="+mn-ea"/>
                <a:sym typeface="+mn-ea"/>
              </a:rPr>
              <a:t>,</a:t>
            </a:r>
            <a:r>
              <a:rPr lang="zh-CN" altLang="en-US" sz="1600" kern="0" dirty="0">
                <a:ln>
                  <a:noFill/>
                  <a:prstDash val="sysDot"/>
                </a:ln>
                <a:solidFill>
                  <a:srgbClr val="FFFFFF"/>
                </a:solidFill>
                <a:latin typeface="+mn-ea"/>
                <a:cs typeface="+mn-ea"/>
                <a:sym typeface="+mn-ea"/>
              </a:rPr>
              <a:t>支持图表和数据可视化</a:t>
            </a:r>
            <a:endParaRPr lang="zh-CN" altLang="en-US" sz="1600" kern="0" dirty="0">
              <a:ln>
                <a:noFill/>
                <a:prstDash val="sysDot"/>
              </a:ln>
              <a:solidFill>
                <a:srgbClr val="FFFFFF"/>
              </a:solidFill>
              <a:latin typeface="+mn-ea"/>
              <a:cs typeface="+mn-ea"/>
              <a:sym typeface="+mn-ea"/>
            </a:endParaRPr>
          </a:p>
        </p:txBody>
      </p:sp>
      <p:sp>
        <p:nvSpPr>
          <p:cNvPr id="13" name="任意多边形: 形状 18"/>
          <p:cNvSpPr/>
          <p:nvPr>
            <p:custDataLst>
              <p:tags r:id="rId9"/>
            </p:custDataLst>
          </p:nvPr>
        </p:nvSpPr>
        <p:spPr>
          <a:xfrm>
            <a:off x="1213198" y="3301527"/>
            <a:ext cx="3706219" cy="1191420"/>
          </a:xfrm>
          <a:custGeom>
            <a:avLst/>
            <a:gdLst>
              <a:gd name="connsiteX0" fmla="*/ 2540603 w 2829008"/>
              <a:gd name="connsiteY0" fmla="*/ 40481 h 909446"/>
              <a:gd name="connsiteX1" fmla="*/ 2540603 w 2829008"/>
              <a:gd name="connsiteY1" fmla="*/ 471392 h 909446"/>
              <a:gd name="connsiteX2" fmla="*/ 2556891 w 2829008"/>
              <a:gd name="connsiteY2" fmla="*/ 490442 h 909446"/>
              <a:gd name="connsiteX3" fmla="*/ 2819400 w 2829008"/>
              <a:gd name="connsiteY3" fmla="*/ 538067 h 909446"/>
              <a:gd name="connsiteX4" fmla="*/ 2828830 w 2829008"/>
              <a:gd name="connsiteY4" fmla="*/ 551527 h 909446"/>
              <a:gd name="connsiteX5" fmla="*/ 2821305 w 2829008"/>
              <a:gd name="connsiteY5" fmla="*/ 560451 h 909446"/>
              <a:gd name="connsiteX6" fmla="*/ 2553557 w 2829008"/>
              <a:gd name="connsiteY6" fmla="*/ 659416 h 909446"/>
              <a:gd name="connsiteX7" fmla="*/ 2540603 w 2829008"/>
              <a:gd name="connsiteY7" fmla="*/ 678466 h 909446"/>
              <a:gd name="connsiteX8" fmla="*/ 2540603 w 2829008"/>
              <a:gd name="connsiteY8" fmla="*/ 868966 h 909446"/>
              <a:gd name="connsiteX9" fmla="*/ 2500122 w 2829008"/>
              <a:gd name="connsiteY9" fmla="*/ 909447 h 909446"/>
              <a:gd name="connsiteX10" fmla="*/ 40481 w 2829008"/>
              <a:gd name="connsiteY10" fmla="*/ 909447 h 909446"/>
              <a:gd name="connsiteX11" fmla="*/ 0 w 2829008"/>
              <a:gd name="connsiteY11" fmla="*/ 868966 h 909446"/>
              <a:gd name="connsiteX12" fmla="*/ 0 w 2829008"/>
              <a:gd name="connsiteY12" fmla="*/ 40481 h 909446"/>
              <a:gd name="connsiteX13" fmla="*/ 40481 w 2829008"/>
              <a:gd name="connsiteY13" fmla="*/ 0 h 909446"/>
              <a:gd name="connsiteX14" fmla="*/ 2500122 w 2829008"/>
              <a:gd name="connsiteY14" fmla="*/ 0 h 909446"/>
              <a:gd name="connsiteX15" fmla="*/ 2540603 w 2829008"/>
              <a:gd name="connsiteY15" fmla="*/ 40481 h 90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29008" h="909446">
                <a:moveTo>
                  <a:pt x="2540603" y="40481"/>
                </a:moveTo>
                <a:lnTo>
                  <a:pt x="2540603" y="471392"/>
                </a:lnTo>
                <a:cubicBezTo>
                  <a:pt x="2540813" y="480806"/>
                  <a:pt x="2547623" y="488770"/>
                  <a:pt x="2556891" y="490442"/>
                </a:cubicBezTo>
                <a:lnTo>
                  <a:pt x="2819400" y="538067"/>
                </a:lnTo>
                <a:cubicBezTo>
                  <a:pt x="2825725" y="539180"/>
                  <a:pt x="2829944" y="545206"/>
                  <a:pt x="2828830" y="551527"/>
                </a:cubicBezTo>
                <a:cubicBezTo>
                  <a:pt x="2828106" y="555637"/>
                  <a:pt x="2825229" y="559043"/>
                  <a:pt x="2821305" y="560451"/>
                </a:cubicBezTo>
                <a:lnTo>
                  <a:pt x="2553557" y="659416"/>
                </a:lnTo>
                <a:cubicBezTo>
                  <a:pt x="2545594" y="662321"/>
                  <a:pt x="2540375" y="669991"/>
                  <a:pt x="2540603" y="678466"/>
                </a:cubicBezTo>
                <a:lnTo>
                  <a:pt x="2540603" y="868966"/>
                </a:lnTo>
                <a:cubicBezTo>
                  <a:pt x="2540603" y="891321"/>
                  <a:pt x="2522477" y="909447"/>
                  <a:pt x="2500122" y="909447"/>
                </a:cubicBezTo>
                <a:lnTo>
                  <a:pt x="40481" y="909447"/>
                </a:lnTo>
                <a:cubicBezTo>
                  <a:pt x="18126" y="909447"/>
                  <a:pt x="0" y="891321"/>
                  <a:pt x="0" y="868966"/>
                </a:cubicBezTo>
                <a:lnTo>
                  <a:pt x="0" y="40481"/>
                </a:lnTo>
                <a:cubicBezTo>
                  <a:pt x="0" y="18124"/>
                  <a:pt x="18126" y="0"/>
                  <a:pt x="40481" y="0"/>
                </a:cubicBezTo>
                <a:lnTo>
                  <a:pt x="2500122" y="0"/>
                </a:lnTo>
                <a:cubicBezTo>
                  <a:pt x="2522477" y="0"/>
                  <a:pt x="2540603" y="18124"/>
                  <a:pt x="2540603" y="40481"/>
                </a:cubicBezTo>
                <a:close/>
              </a:path>
            </a:pathLst>
          </a:cu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612140"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播客生成</a:t>
            </a:r>
            <a:r>
              <a:rPr lang="en-US" altLang="zh-CN" sz="1600" kern="0" dirty="0">
                <a:ln>
                  <a:noFill/>
                  <a:prstDash val="sysDot"/>
                </a:ln>
                <a:solidFill>
                  <a:srgbClr val="FFFFFF"/>
                </a:solidFill>
                <a:latin typeface="+mn-ea"/>
                <a:cs typeface="+mn-ea"/>
                <a:sym typeface="+mn-ea"/>
              </a:rPr>
              <a:t> (Podcast) - </a:t>
            </a:r>
            <a:r>
              <a:rPr lang="zh-CN" altLang="en-US" sz="1600" kern="0" dirty="0">
                <a:ln>
                  <a:noFill/>
                  <a:prstDash val="sysDot"/>
                </a:ln>
                <a:solidFill>
                  <a:srgbClr val="FFFFFF"/>
                </a:solidFill>
                <a:latin typeface="+mn-ea"/>
                <a:cs typeface="+mn-ea"/>
                <a:sym typeface="+mn-ea"/>
              </a:rPr>
              <a:t>将研究报告转换为播客脚本并生成音频文件</a:t>
            </a:r>
            <a:endParaRPr lang="zh-CN" altLang="en-US" sz="1600" kern="0" dirty="0">
              <a:ln>
                <a:noFill/>
                <a:prstDash val="sysDot"/>
              </a:ln>
              <a:solidFill>
                <a:srgbClr val="FFFFFF"/>
              </a:solidFill>
              <a:latin typeface="+mn-ea"/>
              <a:cs typeface="+mn-ea"/>
              <a:sym typeface="+mn-ea"/>
            </a:endParaRPr>
          </a:p>
        </p:txBody>
      </p:sp>
      <p:sp>
        <p:nvSpPr>
          <p:cNvPr id="14" name="任意多边形: 形状 19"/>
          <p:cNvSpPr/>
          <p:nvPr>
            <p:custDataLst>
              <p:tags r:id="rId10"/>
            </p:custDataLst>
          </p:nvPr>
        </p:nvSpPr>
        <p:spPr>
          <a:xfrm>
            <a:off x="2489854" y="4717719"/>
            <a:ext cx="3252254" cy="1159851"/>
          </a:xfrm>
          <a:custGeom>
            <a:avLst/>
            <a:gdLst>
              <a:gd name="connsiteX0" fmla="*/ 2316290 w 2482058"/>
              <a:gd name="connsiteY0" fmla="*/ 39434 h 885062"/>
              <a:gd name="connsiteX1" fmla="*/ 2322195 w 2482058"/>
              <a:gd name="connsiteY1" fmla="*/ 281559 h 885062"/>
              <a:gd name="connsiteX2" fmla="*/ 2329529 w 2482058"/>
              <a:gd name="connsiteY2" fmla="*/ 288503 h 885062"/>
              <a:gd name="connsiteX3" fmla="*/ 2334387 w 2482058"/>
              <a:gd name="connsiteY3" fmla="*/ 286417 h 885062"/>
              <a:gd name="connsiteX4" fmla="*/ 2468785 w 2482058"/>
              <a:gd name="connsiteY4" fmla="*/ 149638 h 885062"/>
              <a:gd name="connsiteX5" fmla="*/ 2479548 w 2482058"/>
              <a:gd name="connsiteY5" fmla="*/ 149095 h 885062"/>
              <a:gd name="connsiteX6" fmla="*/ 2481072 w 2482058"/>
              <a:gd name="connsiteY6" fmla="*/ 158496 h 885062"/>
              <a:gd name="connsiteX7" fmla="*/ 2333054 w 2482058"/>
              <a:gd name="connsiteY7" fmla="*/ 449485 h 885062"/>
              <a:gd name="connsiteX8" fmla="*/ 2322195 w 2482058"/>
              <a:gd name="connsiteY8" fmla="*/ 493014 h 885062"/>
              <a:gd name="connsiteX9" fmla="*/ 2316004 w 2482058"/>
              <a:gd name="connsiteY9" fmla="*/ 845439 h 885062"/>
              <a:gd name="connsiteX10" fmla="*/ 2275523 w 2482058"/>
              <a:gd name="connsiteY10" fmla="*/ 885063 h 885062"/>
              <a:gd name="connsiteX11" fmla="*/ 40481 w 2482058"/>
              <a:gd name="connsiteY11" fmla="*/ 885063 h 885062"/>
              <a:gd name="connsiteX12" fmla="*/ 0 w 2482058"/>
              <a:gd name="connsiteY12" fmla="*/ 844582 h 885062"/>
              <a:gd name="connsiteX13" fmla="*/ 0 w 2482058"/>
              <a:gd name="connsiteY13" fmla="*/ 40386 h 885062"/>
              <a:gd name="connsiteX14" fmla="*/ 40481 w 2482058"/>
              <a:gd name="connsiteY14" fmla="*/ 0 h 885062"/>
              <a:gd name="connsiteX15" fmla="*/ 2275808 w 2482058"/>
              <a:gd name="connsiteY15" fmla="*/ 0 h 885062"/>
              <a:gd name="connsiteX16" fmla="*/ 2316290 w 2482058"/>
              <a:gd name="connsiteY16" fmla="*/ 39434 h 8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82058" h="885062">
                <a:moveTo>
                  <a:pt x="2316290" y="39434"/>
                </a:moveTo>
                <a:lnTo>
                  <a:pt x="2322195" y="281559"/>
                </a:lnTo>
                <a:cubicBezTo>
                  <a:pt x="2322300" y="285502"/>
                  <a:pt x="2325586" y="288617"/>
                  <a:pt x="2329529" y="288503"/>
                </a:cubicBezTo>
                <a:cubicBezTo>
                  <a:pt x="2331358" y="288455"/>
                  <a:pt x="2333092" y="287712"/>
                  <a:pt x="2334387" y="286417"/>
                </a:cubicBezTo>
                <a:lnTo>
                  <a:pt x="2468785" y="149638"/>
                </a:lnTo>
                <a:cubicBezTo>
                  <a:pt x="2471604" y="146514"/>
                  <a:pt x="2476424" y="146275"/>
                  <a:pt x="2479548" y="149095"/>
                </a:cubicBezTo>
                <a:cubicBezTo>
                  <a:pt x="2482196" y="151486"/>
                  <a:pt x="2482825" y="155391"/>
                  <a:pt x="2481072" y="158496"/>
                </a:cubicBezTo>
                <a:lnTo>
                  <a:pt x="2333054" y="449485"/>
                </a:lnTo>
                <a:cubicBezTo>
                  <a:pt x="2326196" y="462991"/>
                  <a:pt x="2322481" y="477869"/>
                  <a:pt x="2322195" y="493014"/>
                </a:cubicBezTo>
                <a:lnTo>
                  <a:pt x="2316004" y="845439"/>
                </a:lnTo>
                <a:cubicBezTo>
                  <a:pt x="2315537" y="867461"/>
                  <a:pt x="2297544" y="885073"/>
                  <a:pt x="2275523" y="885063"/>
                </a:cubicBezTo>
                <a:lnTo>
                  <a:pt x="40481" y="885063"/>
                </a:lnTo>
                <a:cubicBezTo>
                  <a:pt x="18126" y="885063"/>
                  <a:pt x="0" y="866937"/>
                  <a:pt x="0" y="844582"/>
                </a:cubicBezTo>
                <a:lnTo>
                  <a:pt x="0" y="40386"/>
                </a:lnTo>
                <a:cubicBezTo>
                  <a:pt x="57" y="18069"/>
                  <a:pt x="18164" y="0"/>
                  <a:pt x="40481" y="0"/>
                </a:cubicBezTo>
                <a:lnTo>
                  <a:pt x="2275808" y="0"/>
                </a:lnTo>
                <a:cubicBezTo>
                  <a:pt x="2297763" y="-10"/>
                  <a:pt x="2315718" y="17488"/>
                  <a:pt x="2316290" y="39434"/>
                </a:cubicBezTo>
                <a:close/>
              </a:path>
            </a:pathLst>
          </a:custGeom>
          <a:solidFill>
            <a:schemeClr val="accent1"/>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6990" rIns="504190"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研究报告生成</a:t>
            </a:r>
            <a:r>
              <a:rPr lang="en-US" altLang="zh-CN" sz="1600" kern="0" dirty="0">
                <a:ln>
                  <a:noFill/>
                  <a:prstDash val="sysDot"/>
                </a:ln>
                <a:solidFill>
                  <a:srgbClr val="FFFFFF"/>
                </a:solidFill>
                <a:latin typeface="+mn-ea"/>
                <a:cs typeface="+mn-ea"/>
                <a:sym typeface="+mn-ea"/>
              </a:rPr>
              <a:t> - </a:t>
            </a:r>
            <a:r>
              <a:rPr lang="zh-CN" altLang="en-US" sz="1600" kern="0" dirty="0">
                <a:ln>
                  <a:noFill/>
                  <a:prstDash val="sysDot"/>
                </a:ln>
                <a:solidFill>
                  <a:srgbClr val="FFFFFF"/>
                </a:solidFill>
                <a:latin typeface="+mn-ea"/>
                <a:cs typeface="+mn-ea"/>
                <a:sym typeface="+mn-ea"/>
              </a:rPr>
              <a:t>自动生成结构化学术报告</a:t>
            </a:r>
            <a:r>
              <a:rPr lang="en-US" altLang="zh-CN" sz="1600" kern="0" dirty="0">
                <a:ln>
                  <a:noFill/>
                  <a:prstDash val="sysDot"/>
                </a:ln>
                <a:solidFill>
                  <a:srgbClr val="FFFFFF"/>
                </a:solidFill>
                <a:latin typeface="+mn-ea"/>
                <a:cs typeface="+mn-ea"/>
                <a:sym typeface="+mn-ea"/>
              </a:rPr>
              <a:t>,</a:t>
            </a:r>
            <a:r>
              <a:rPr lang="zh-CN" altLang="en-US" sz="1600" kern="0" dirty="0">
                <a:ln>
                  <a:noFill/>
                  <a:prstDash val="sysDot"/>
                </a:ln>
                <a:solidFill>
                  <a:srgbClr val="FFFFFF"/>
                </a:solidFill>
                <a:latin typeface="+mn-ea"/>
                <a:cs typeface="+mn-ea"/>
                <a:sym typeface="+mn-ea"/>
              </a:rPr>
              <a:t>支持多种引用格式</a:t>
            </a:r>
            <a:endParaRPr lang="zh-CN" altLang="en-US" sz="1600" kern="0" dirty="0">
              <a:ln>
                <a:noFill/>
                <a:prstDash val="sysDot"/>
              </a:ln>
              <a:solidFill>
                <a:srgbClr val="FFFFFF"/>
              </a:solidFill>
              <a:latin typeface="+mn-ea"/>
              <a:cs typeface="+mn-ea"/>
              <a:sym typeface="+mn-ea"/>
            </a:endParaRPr>
          </a:p>
        </p:txBody>
      </p:sp>
      <p:sp>
        <p:nvSpPr>
          <p:cNvPr id="16" name="任意多边形: 形状 17"/>
          <p:cNvSpPr/>
          <p:nvPr>
            <p:custDataLst>
              <p:tags r:id="rId11"/>
            </p:custDataLst>
          </p:nvPr>
        </p:nvSpPr>
        <p:spPr>
          <a:xfrm flipH="1">
            <a:off x="6917112" y="1956050"/>
            <a:ext cx="3040109" cy="1328430"/>
          </a:xfrm>
          <a:custGeom>
            <a:avLst/>
            <a:gdLst>
              <a:gd name="connsiteX0" fmla="*/ 2320957 w 2320957"/>
              <a:gd name="connsiteY0" fmla="*/ 40386 h 1013896"/>
              <a:gd name="connsiteX1" fmla="*/ 2320957 w 2320957"/>
              <a:gd name="connsiteY1" fmla="*/ 821436 h 1013896"/>
              <a:gd name="connsiteX2" fmla="*/ 2280667 w 2320957"/>
              <a:gd name="connsiteY2" fmla="*/ 861917 h 1013896"/>
              <a:gd name="connsiteX3" fmla="*/ 2280571 w 2320957"/>
              <a:gd name="connsiteY3" fmla="*/ 861917 h 1013896"/>
              <a:gd name="connsiteX4" fmla="*/ 2119694 w 2320957"/>
              <a:gd name="connsiteY4" fmla="*/ 861917 h 1013896"/>
              <a:gd name="connsiteX5" fmla="*/ 2109131 w 2320957"/>
              <a:gd name="connsiteY5" fmla="*/ 872306 h 1013896"/>
              <a:gd name="connsiteX6" fmla="*/ 2110645 w 2320957"/>
              <a:gd name="connsiteY6" fmla="*/ 877824 h 1013896"/>
              <a:gd name="connsiteX7" fmla="*/ 2181607 w 2320957"/>
              <a:gd name="connsiteY7" fmla="*/ 996220 h 1013896"/>
              <a:gd name="connsiteX8" fmla="*/ 2177482 w 2320957"/>
              <a:gd name="connsiteY8" fmla="*/ 1012269 h 1013896"/>
              <a:gd name="connsiteX9" fmla="*/ 2167224 w 2320957"/>
              <a:gd name="connsiteY9" fmla="*/ 1013079 h 1013896"/>
              <a:gd name="connsiteX10" fmla="*/ 1808608 w 2320957"/>
              <a:gd name="connsiteY10" fmla="*/ 870204 h 1013896"/>
              <a:gd name="connsiteX11" fmla="*/ 1766888 w 2320957"/>
              <a:gd name="connsiteY11" fmla="*/ 862203 h 1013896"/>
              <a:gd name="connsiteX12" fmla="*/ 40386 w 2320957"/>
              <a:gd name="connsiteY12" fmla="*/ 862203 h 1013896"/>
              <a:gd name="connsiteX13" fmla="*/ 0 w 2320957"/>
              <a:gd name="connsiteY13" fmla="*/ 821817 h 1013896"/>
              <a:gd name="connsiteX14" fmla="*/ 0 w 2320957"/>
              <a:gd name="connsiteY14" fmla="*/ 821627 h 1013896"/>
              <a:gd name="connsiteX15" fmla="*/ 0 w 2320957"/>
              <a:gd name="connsiteY15" fmla="*/ 40386 h 1013896"/>
              <a:gd name="connsiteX16" fmla="*/ 40386 w 2320957"/>
              <a:gd name="connsiteY16" fmla="*/ 0 h 1013896"/>
              <a:gd name="connsiteX17" fmla="*/ 2280571 w 2320957"/>
              <a:gd name="connsiteY17" fmla="*/ 0 h 1013896"/>
              <a:gd name="connsiteX18" fmla="*/ 2320957 w 2320957"/>
              <a:gd name="connsiteY18" fmla="*/ 40386 h 101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20957" h="1013896">
                <a:moveTo>
                  <a:pt x="2320957" y="40386"/>
                </a:moveTo>
                <a:lnTo>
                  <a:pt x="2320957" y="821436"/>
                </a:lnTo>
                <a:cubicBezTo>
                  <a:pt x="2321015" y="843741"/>
                  <a:pt x="2302974" y="861865"/>
                  <a:pt x="2280667" y="861917"/>
                </a:cubicBezTo>
                <a:cubicBezTo>
                  <a:pt x="2280638" y="861917"/>
                  <a:pt x="2280600" y="861917"/>
                  <a:pt x="2280571" y="861917"/>
                </a:cubicBezTo>
                <a:lnTo>
                  <a:pt x="2119694" y="861917"/>
                </a:lnTo>
                <a:cubicBezTo>
                  <a:pt x="2113912" y="861869"/>
                  <a:pt x="2109178" y="866520"/>
                  <a:pt x="2109131" y="872306"/>
                </a:cubicBezTo>
                <a:cubicBezTo>
                  <a:pt x="2109112" y="874251"/>
                  <a:pt x="2109636" y="876161"/>
                  <a:pt x="2110645" y="877824"/>
                </a:cubicBezTo>
                <a:lnTo>
                  <a:pt x="2181607" y="996220"/>
                </a:lnTo>
                <a:cubicBezTo>
                  <a:pt x="2184902" y="1001792"/>
                  <a:pt x="2183054" y="1008974"/>
                  <a:pt x="2177482" y="1012269"/>
                </a:cubicBezTo>
                <a:cubicBezTo>
                  <a:pt x="2174368" y="1014108"/>
                  <a:pt x="2170586" y="1014403"/>
                  <a:pt x="2167224" y="1013079"/>
                </a:cubicBezTo>
                <a:lnTo>
                  <a:pt x="1808608" y="870204"/>
                </a:lnTo>
                <a:cubicBezTo>
                  <a:pt x="1795330" y="864939"/>
                  <a:pt x="1781175" y="862224"/>
                  <a:pt x="1766888" y="862203"/>
                </a:cubicBezTo>
                <a:lnTo>
                  <a:pt x="40386" y="862203"/>
                </a:lnTo>
                <a:cubicBezTo>
                  <a:pt x="18082" y="862203"/>
                  <a:pt x="0" y="844122"/>
                  <a:pt x="0" y="821817"/>
                </a:cubicBezTo>
                <a:cubicBezTo>
                  <a:pt x="0" y="821754"/>
                  <a:pt x="0" y="821690"/>
                  <a:pt x="0" y="821627"/>
                </a:cubicBezTo>
                <a:lnTo>
                  <a:pt x="0" y="40386"/>
                </a:lnTo>
                <a:cubicBezTo>
                  <a:pt x="0" y="18081"/>
                  <a:pt x="18082" y="0"/>
                  <a:pt x="40386" y="0"/>
                </a:cubicBezTo>
                <a:lnTo>
                  <a:pt x="2280571" y="0"/>
                </a:lnTo>
                <a:cubicBezTo>
                  <a:pt x="2302879" y="0"/>
                  <a:pt x="2320957" y="18081"/>
                  <a:pt x="2320957" y="4038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45720" rIns="71755" bIns="39624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散文</a:t>
            </a:r>
            <a:r>
              <a:rPr lang="en-US" altLang="zh-CN" sz="1600" kern="0" dirty="0">
                <a:ln>
                  <a:noFill/>
                  <a:prstDash val="sysDot"/>
                </a:ln>
                <a:solidFill>
                  <a:srgbClr val="FFFFFF"/>
                </a:solidFill>
                <a:latin typeface="+mn-ea"/>
                <a:cs typeface="+mn-ea"/>
                <a:sym typeface="+mn-ea"/>
              </a:rPr>
              <a:t>/</a:t>
            </a:r>
            <a:r>
              <a:rPr lang="zh-CN" altLang="en-US" sz="1600" kern="0" dirty="0">
                <a:ln>
                  <a:noFill/>
                  <a:prstDash val="sysDot"/>
                </a:ln>
                <a:solidFill>
                  <a:srgbClr val="FFFFFF"/>
                </a:solidFill>
                <a:latin typeface="+mn-ea"/>
                <a:cs typeface="+mn-ea"/>
                <a:sym typeface="+mn-ea"/>
              </a:rPr>
              <a:t>报告生成</a:t>
            </a:r>
            <a:r>
              <a:rPr lang="en-US" altLang="zh-CN" sz="1600" kern="0" dirty="0">
                <a:ln>
                  <a:noFill/>
                  <a:prstDash val="sysDot"/>
                </a:ln>
                <a:solidFill>
                  <a:srgbClr val="FFFFFF"/>
                </a:solidFill>
                <a:latin typeface="+mn-ea"/>
                <a:cs typeface="+mn-ea"/>
                <a:sym typeface="+mn-ea"/>
              </a:rPr>
              <a:t> (Prose) - </a:t>
            </a:r>
            <a:r>
              <a:rPr lang="zh-CN" altLang="en-US" sz="1600" kern="0" dirty="0">
                <a:ln>
                  <a:noFill/>
                  <a:prstDash val="sysDot"/>
                </a:ln>
                <a:solidFill>
                  <a:srgbClr val="FFFFFF"/>
                </a:solidFill>
                <a:latin typeface="+mn-ea"/>
                <a:cs typeface="+mn-ea"/>
                <a:sym typeface="+mn-ea"/>
              </a:rPr>
              <a:t>高级文本处理、润色和格式转换</a:t>
            </a:r>
            <a:endParaRPr lang="zh-CN" altLang="en-US" sz="1600" kern="0" dirty="0">
              <a:ln>
                <a:noFill/>
                <a:prstDash val="sysDot"/>
              </a:ln>
              <a:solidFill>
                <a:srgbClr val="FFFFFF"/>
              </a:solidFill>
              <a:latin typeface="+mn-ea"/>
              <a:cs typeface="+mn-ea"/>
              <a:sym typeface="+mn-ea"/>
            </a:endParaRPr>
          </a:p>
        </p:txBody>
      </p:sp>
      <p:sp>
        <p:nvSpPr>
          <p:cNvPr id="18" name="任意多边形: 形状 18"/>
          <p:cNvSpPr/>
          <p:nvPr>
            <p:custDataLst>
              <p:tags r:id="rId12"/>
            </p:custDataLst>
          </p:nvPr>
        </p:nvSpPr>
        <p:spPr>
          <a:xfrm flipH="1">
            <a:off x="7271950" y="3278797"/>
            <a:ext cx="3706219" cy="1191420"/>
          </a:xfrm>
          <a:custGeom>
            <a:avLst/>
            <a:gdLst>
              <a:gd name="connsiteX0" fmla="*/ 2540603 w 2829008"/>
              <a:gd name="connsiteY0" fmla="*/ 40481 h 909446"/>
              <a:gd name="connsiteX1" fmla="*/ 2540603 w 2829008"/>
              <a:gd name="connsiteY1" fmla="*/ 471392 h 909446"/>
              <a:gd name="connsiteX2" fmla="*/ 2556891 w 2829008"/>
              <a:gd name="connsiteY2" fmla="*/ 490442 h 909446"/>
              <a:gd name="connsiteX3" fmla="*/ 2819400 w 2829008"/>
              <a:gd name="connsiteY3" fmla="*/ 538067 h 909446"/>
              <a:gd name="connsiteX4" fmla="*/ 2828830 w 2829008"/>
              <a:gd name="connsiteY4" fmla="*/ 551527 h 909446"/>
              <a:gd name="connsiteX5" fmla="*/ 2821305 w 2829008"/>
              <a:gd name="connsiteY5" fmla="*/ 560451 h 909446"/>
              <a:gd name="connsiteX6" fmla="*/ 2553557 w 2829008"/>
              <a:gd name="connsiteY6" fmla="*/ 659416 h 909446"/>
              <a:gd name="connsiteX7" fmla="*/ 2540603 w 2829008"/>
              <a:gd name="connsiteY7" fmla="*/ 678466 h 909446"/>
              <a:gd name="connsiteX8" fmla="*/ 2540603 w 2829008"/>
              <a:gd name="connsiteY8" fmla="*/ 868966 h 909446"/>
              <a:gd name="connsiteX9" fmla="*/ 2500122 w 2829008"/>
              <a:gd name="connsiteY9" fmla="*/ 909447 h 909446"/>
              <a:gd name="connsiteX10" fmla="*/ 40481 w 2829008"/>
              <a:gd name="connsiteY10" fmla="*/ 909447 h 909446"/>
              <a:gd name="connsiteX11" fmla="*/ 0 w 2829008"/>
              <a:gd name="connsiteY11" fmla="*/ 868966 h 909446"/>
              <a:gd name="connsiteX12" fmla="*/ 0 w 2829008"/>
              <a:gd name="connsiteY12" fmla="*/ 40481 h 909446"/>
              <a:gd name="connsiteX13" fmla="*/ 40481 w 2829008"/>
              <a:gd name="connsiteY13" fmla="*/ 0 h 909446"/>
              <a:gd name="connsiteX14" fmla="*/ 2500122 w 2829008"/>
              <a:gd name="connsiteY14" fmla="*/ 0 h 909446"/>
              <a:gd name="connsiteX15" fmla="*/ 2540603 w 2829008"/>
              <a:gd name="connsiteY15" fmla="*/ 40481 h 90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29008" h="909446">
                <a:moveTo>
                  <a:pt x="2540603" y="40481"/>
                </a:moveTo>
                <a:lnTo>
                  <a:pt x="2540603" y="471392"/>
                </a:lnTo>
                <a:cubicBezTo>
                  <a:pt x="2540813" y="480806"/>
                  <a:pt x="2547623" y="488770"/>
                  <a:pt x="2556891" y="490442"/>
                </a:cubicBezTo>
                <a:lnTo>
                  <a:pt x="2819400" y="538067"/>
                </a:lnTo>
                <a:cubicBezTo>
                  <a:pt x="2825725" y="539180"/>
                  <a:pt x="2829944" y="545206"/>
                  <a:pt x="2828830" y="551527"/>
                </a:cubicBezTo>
                <a:cubicBezTo>
                  <a:pt x="2828106" y="555637"/>
                  <a:pt x="2825229" y="559043"/>
                  <a:pt x="2821305" y="560451"/>
                </a:cubicBezTo>
                <a:lnTo>
                  <a:pt x="2553557" y="659416"/>
                </a:lnTo>
                <a:cubicBezTo>
                  <a:pt x="2545594" y="662321"/>
                  <a:pt x="2540375" y="669991"/>
                  <a:pt x="2540603" y="678466"/>
                </a:cubicBezTo>
                <a:lnTo>
                  <a:pt x="2540603" y="868966"/>
                </a:lnTo>
                <a:cubicBezTo>
                  <a:pt x="2540603" y="891321"/>
                  <a:pt x="2522477" y="909447"/>
                  <a:pt x="2500122" y="909447"/>
                </a:cubicBezTo>
                <a:lnTo>
                  <a:pt x="40481" y="909447"/>
                </a:lnTo>
                <a:cubicBezTo>
                  <a:pt x="18126" y="909447"/>
                  <a:pt x="0" y="891321"/>
                  <a:pt x="0" y="868966"/>
                </a:cubicBezTo>
                <a:lnTo>
                  <a:pt x="0" y="40481"/>
                </a:lnTo>
                <a:cubicBezTo>
                  <a:pt x="0" y="18124"/>
                  <a:pt x="18126" y="0"/>
                  <a:pt x="40481" y="0"/>
                </a:cubicBezTo>
                <a:lnTo>
                  <a:pt x="2500122" y="0"/>
                </a:lnTo>
                <a:cubicBezTo>
                  <a:pt x="2522477" y="0"/>
                  <a:pt x="2540603" y="18124"/>
                  <a:pt x="2540603" y="40481"/>
                </a:cubicBezTo>
                <a:close/>
              </a:path>
            </a:pathLst>
          </a:custGeom>
          <a:solidFill>
            <a:schemeClr val="accent5"/>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12140" tIns="46990" rIns="179705"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支持多种报告风格</a:t>
            </a:r>
            <a:r>
              <a:rPr lang="en-US" altLang="zh-CN" sz="1600" kern="0" dirty="0">
                <a:ln>
                  <a:noFill/>
                  <a:prstDash val="sysDot"/>
                </a:ln>
                <a:solidFill>
                  <a:srgbClr val="FFFFFF"/>
                </a:solidFill>
                <a:latin typeface="+mn-ea"/>
                <a:cs typeface="+mn-ea"/>
                <a:sym typeface="+mn-ea"/>
              </a:rPr>
              <a:t>:</a:t>
            </a:r>
            <a:r>
              <a:rPr lang="zh-CN" altLang="en-US" sz="1600" kern="0" dirty="0">
                <a:ln>
                  <a:noFill/>
                  <a:prstDash val="sysDot"/>
                </a:ln>
                <a:solidFill>
                  <a:srgbClr val="FFFFFF"/>
                </a:solidFill>
                <a:latin typeface="+mn-ea"/>
                <a:cs typeface="+mn-ea"/>
                <a:sym typeface="+mn-ea"/>
              </a:rPr>
              <a:t>学术、新闻、社交媒体、投资分析等</a:t>
            </a:r>
            <a:endParaRPr lang="zh-CN" altLang="en-US" sz="1600" kern="0" dirty="0">
              <a:ln>
                <a:noFill/>
                <a:prstDash val="sysDot"/>
              </a:ln>
              <a:solidFill>
                <a:srgbClr val="FFFFFF"/>
              </a:solidFill>
              <a:latin typeface="+mn-ea"/>
              <a:cs typeface="+mn-ea"/>
              <a:sym typeface="+mn-ea"/>
            </a:endParaRPr>
          </a:p>
        </p:txBody>
      </p:sp>
      <p:sp>
        <p:nvSpPr>
          <p:cNvPr id="19" name="任意多边形: 形状 19"/>
          <p:cNvSpPr/>
          <p:nvPr>
            <p:custDataLst>
              <p:tags r:id="rId13"/>
            </p:custDataLst>
          </p:nvPr>
        </p:nvSpPr>
        <p:spPr>
          <a:xfrm flipH="1">
            <a:off x="6449258" y="4717719"/>
            <a:ext cx="3252254" cy="1159851"/>
          </a:xfrm>
          <a:custGeom>
            <a:avLst/>
            <a:gdLst>
              <a:gd name="connsiteX0" fmla="*/ 2316290 w 2482058"/>
              <a:gd name="connsiteY0" fmla="*/ 39434 h 885062"/>
              <a:gd name="connsiteX1" fmla="*/ 2322195 w 2482058"/>
              <a:gd name="connsiteY1" fmla="*/ 281559 h 885062"/>
              <a:gd name="connsiteX2" fmla="*/ 2329529 w 2482058"/>
              <a:gd name="connsiteY2" fmla="*/ 288503 h 885062"/>
              <a:gd name="connsiteX3" fmla="*/ 2334387 w 2482058"/>
              <a:gd name="connsiteY3" fmla="*/ 286417 h 885062"/>
              <a:gd name="connsiteX4" fmla="*/ 2468785 w 2482058"/>
              <a:gd name="connsiteY4" fmla="*/ 149638 h 885062"/>
              <a:gd name="connsiteX5" fmla="*/ 2479548 w 2482058"/>
              <a:gd name="connsiteY5" fmla="*/ 149095 h 885062"/>
              <a:gd name="connsiteX6" fmla="*/ 2481072 w 2482058"/>
              <a:gd name="connsiteY6" fmla="*/ 158496 h 885062"/>
              <a:gd name="connsiteX7" fmla="*/ 2333054 w 2482058"/>
              <a:gd name="connsiteY7" fmla="*/ 449485 h 885062"/>
              <a:gd name="connsiteX8" fmla="*/ 2322195 w 2482058"/>
              <a:gd name="connsiteY8" fmla="*/ 493014 h 885062"/>
              <a:gd name="connsiteX9" fmla="*/ 2316004 w 2482058"/>
              <a:gd name="connsiteY9" fmla="*/ 845439 h 885062"/>
              <a:gd name="connsiteX10" fmla="*/ 2275523 w 2482058"/>
              <a:gd name="connsiteY10" fmla="*/ 885063 h 885062"/>
              <a:gd name="connsiteX11" fmla="*/ 40481 w 2482058"/>
              <a:gd name="connsiteY11" fmla="*/ 885063 h 885062"/>
              <a:gd name="connsiteX12" fmla="*/ 0 w 2482058"/>
              <a:gd name="connsiteY12" fmla="*/ 844582 h 885062"/>
              <a:gd name="connsiteX13" fmla="*/ 0 w 2482058"/>
              <a:gd name="connsiteY13" fmla="*/ 40386 h 885062"/>
              <a:gd name="connsiteX14" fmla="*/ 40481 w 2482058"/>
              <a:gd name="connsiteY14" fmla="*/ 0 h 885062"/>
              <a:gd name="connsiteX15" fmla="*/ 2275808 w 2482058"/>
              <a:gd name="connsiteY15" fmla="*/ 0 h 885062"/>
              <a:gd name="connsiteX16" fmla="*/ 2316290 w 2482058"/>
              <a:gd name="connsiteY16" fmla="*/ 39434 h 8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82058" h="885062">
                <a:moveTo>
                  <a:pt x="2316290" y="39434"/>
                </a:moveTo>
                <a:lnTo>
                  <a:pt x="2322195" y="281559"/>
                </a:lnTo>
                <a:cubicBezTo>
                  <a:pt x="2322300" y="285502"/>
                  <a:pt x="2325586" y="288617"/>
                  <a:pt x="2329529" y="288503"/>
                </a:cubicBezTo>
                <a:cubicBezTo>
                  <a:pt x="2331358" y="288455"/>
                  <a:pt x="2333092" y="287712"/>
                  <a:pt x="2334387" y="286417"/>
                </a:cubicBezTo>
                <a:lnTo>
                  <a:pt x="2468785" y="149638"/>
                </a:lnTo>
                <a:cubicBezTo>
                  <a:pt x="2471604" y="146514"/>
                  <a:pt x="2476424" y="146275"/>
                  <a:pt x="2479548" y="149095"/>
                </a:cubicBezTo>
                <a:cubicBezTo>
                  <a:pt x="2482196" y="151486"/>
                  <a:pt x="2482825" y="155391"/>
                  <a:pt x="2481072" y="158496"/>
                </a:cubicBezTo>
                <a:lnTo>
                  <a:pt x="2333054" y="449485"/>
                </a:lnTo>
                <a:cubicBezTo>
                  <a:pt x="2326196" y="462991"/>
                  <a:pt x="2322481" y="477869"/>
                  <a:pt x="2322195" y="493014"/>
                </a:cubicBezTo>
                <a:lnTo>
                  <a:pt x="2316004" y="845439"/>
                </a:lnTo>
                <a:cubicBezTo>
                  <a:pt x="2315537" y="867461"/>
                  <a:pt x="2297544" y="885073"/>
                  <a:pt x="2275523" y="885063"/>
                </a:cubicBezTo>
                <a:lnTo>
                  <a:pt x="40481" y="885063"/>
                </a:lnTo>
                <a:cubicBezTo>
                  <a:pt x="18126" y="885063"/>
                  <a:pt x="0" y="866937"/>
                  <a:pt x="0" y="844582"/>
                </a:cubicBezTo>
                <a:lnTo>
                  <a:pt x="0" y="40386"/>
                </a:lnTo>
                <a:cubicBezTo>
                  <a:pt x="57" y="18069"/>
                  <a:pt x="18164" y="0"/>
                  <a:pt x="40481" y="0"/>
                </a:cubicBezTo>
                <a:lnTo>
                  <a:pt x="2275808" y="0"/>
                </a:lnTo>
                <a:cubicBezTo>
                  <a:pt x="2297763" y="-10"/>
                  <a:pt x="2315718" y="17488"/>
                  <a:pt x="2316290" y="39434"/>
                </a:cubicBezTo>
                <a:close/>
              </a:path>
            </a:pathLst>
          </a:custGeom>
          <a:solidFill>
            <a:schemeClr val="accent6"/>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504190" tIns="46990" rIns="179705" bIns="45720" numCol="1" spcCol="0" rtlCol="0" fromWordArt="0" anchor="ctr" anchorCtr="0" forceAA="0" compatLnSpc="1">
            <a:noAutofit/>
          </a:bodyPr>
          <a:p>
            <a:pPr lvl="0" algn="ctr">
              <a:lnSpc>
                <a:spcPct val="130000"/>
              </a:lnSpc>
              <a:buClrTx/>
              <a:buSzTx/>
              <a:buFontTx/>
            </a:pPr>
            <a:r>
              <a:rPr lang="zh-CN" altLang="en-US" sz="1600" kern="0" dirty="0">
                <a:ln>
                  <a:noFill/>
                  <a:prstDash val="sysDot"/>
                </a:ln>
                <a:solidFill>
                  <a:srgbClr val="FFFFFF"/>
                </a:solidFill>
                <a:latin typeface="+mn-ea"/>
                <a:cs typeface="+mn-ea"/>
                <a:sym typeface="+mn-ea"/>
              </a:rPr>
              <a:t>引用管理系统</a:t>
            </a:r>
            <a:r>
              <a:rPr lang="en-US" altLang="zh-CN" sz="1600" kern="0" dirty="0">
                <a:ln>
                  <a:noFill/>
                  <a:prstDash val="sysDot"/>
                </a:ln>
                <a:solidFill>
                  <a:srgbClr val="FFFFFF"/>
                </a:solidFill>
                <a:latin typeface="+mn-ea"/>
                <a:cs typeface="+mn-ea"/>
                <a:sym typeface="+mn-ea"/>
              </a:rPr>
              <a:t> - </a:t>
            </a:r>
            <a:r>
              <a:rPr lang="zh-CN" altLang="en-US" sz="1600" kern="0" dirty="0">
                <a:ln>
                  <a:noFill/>
                  <a:prstDash val="sysDot"/>
                </a:ln>
                <a:solidFill>
                  <a:srgbClr val="FFFFFF"/>
                </a:solidFill>
                <a:latin typeface="+mn-ea"/>
                <a:cs typeface="+mn-ea"/>
                <a:sym typeface="+mn-ea"/>
              </a:rPr>
              <a:t>自动化引用收集、去重、格式化和报告标注</a:t>
            </a:r>
            <a:endParaRPr lang="zh-CN" altLang="en-US" sz="1600" kern="0" dirty="0">
              <a:ln>
                <a:noFill/>
                <a:prstDash val="sysDot"/>
              </a:ln>
              <a:solidFill>
                <a:srgbClr val="FFFFFF"/>
              </a:solidFill>
              <a:latin typeface="+mn-ea"/>
              <a:cs typeface="+mn-ea"/>
              <a:sym typeface="+mn-ea"/>
            </a:endParaRPr>
          </a:p>
        </p:txBody>
      </p:sp>
    </p:spTree>
    <p:custDataLst>
      <p:tags r:id="rId1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04  产品特色与优势</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KEY ADVANTAGES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产品核心特色</a:t>
            </a:r>
            <a:endParaRPr lang="zh-CN" altLang="en-US"/>
          </a:p>
        </p:txBody>
      </p:sp>
      <p:sp>
        <p:nvSpPr>
          <p:cNvPr id="2" name="图片 56" descr="未标题-1"/>
          <p:cNvSpPr/>
          <p:nvPr>
            <p:custDataLst>
              <p:tags r:id="rId2"/>
            </p:custDataLst>
          </p:nvPr>
        </p:nvSpPr>
        <p:spPr>
          <a:xfrm>
            <a:off x="6667" y="2314160"/>
            <a:ext cx="10716399" cy="2782810"/>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chemeClr val="accent1">
                <a:alpha val="35000"/>
              </a:schemeClr>
            </a:solidFill>
            <a:custDash>
              <a:ds d="300000" sp="225000"/>
            </a:custDash>
            <a:miter/>
          </a:ln>
        </p:spPr>
        <p:txBody>
          <a:bodyPr rtlCol="0" anchor="ctr"/>
          <a:p>
            <a:endParaRPr lang="zh-CN" altLang="en-US">
              <a:solidFill>
                <a:schemeClr val="tx1"/>
              </a:solidFill>
            </a:endParaRPr>
          </a:p>
        </p:txBody>
      </p:sp>
      <p:sp>
        <p:nvSpPr>
          <p:cNvPr id="15" name="椭圆 6"/>
          <p:cNvSpPr/>
          <p:nvPr>
            <p:custDataLst>
              <p:tags r:id="rId3"/>
            </p:custDataLst>
          </p:nvPr>
        </p:nvSpPr>
        <p:spPr>
          <a:xfrm>
            <a:off x="1711217" y="2869867"/>
            <a:ext cx="473239" cy="473874"/>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椭圆 7"/>
          <p:cNvSpPr/>
          <p:nvPr>
            <p:custDataLst>
              <p:tags r:id="rId4"/>
            </p:custDataLst>
          </p:nvPr>
        </p:nvSpPr>
        <p:spPr>
          <a:xfrm>
            <a:off x="3461442" y="3513752"/>
            <a:ext cx="473239" cy="473874"/>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椭圆 9"/>
          <p:cNvSpPr/>
          <p:nvPr>
            <p:custDataLst>
              <p:tags r:id="rId5"/>
            </p:custDataLst>
          </p:nvPr>
        </p:nvSpPr>
        <p:spPr>
          <a:xfrm>
            <a:off x="6762065" y="4807865"/>
            <a:ext cx="473239" cy="473874"/>
          </a:xfrm>
          <a:prstGeom prst="ellipse">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2" name="椭圆 11"/>
          <p:cNvSpPr/>
          <p:nvPr>
            <p:custDataLst>
              <p:tags r:id="rId6"/>
            </p:custDataLst>
          </p:nvPr>
        </p:nvSpPr>
        <p:spPr>
          <a:xfrm>
            <a:off x="8497065" y="3977476"/>
            <a:ext cx="473239" cy="47387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椭圆 13"/>
          <p:cNvSpPr/>
          <p:nvPr>
            <p:custDataLst>
              <p:tags r:id="rId7"/>
            </p:custDataLst>
          </p:nvPr>
        </p:nvSpPr>
        <p:spPr>
          <a:xfrm>
            <a:off x="9614189" y="2918079"/>
            <a:ext cx="473239" cy="47387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4" name="椭圆 54"/>
          <p:cNvSpPr/>
          <p:nvPr>
            <p:custDataLst>
              <p:tags r:id="rId8"/>
            </p:custDataLst>
          </p:nvPr>
        </p:nvSpPr>
        <p:spPr>
          <a:xfrm>
            <a:off x="4790446" y="4521130"/>
            <a:ext cx="473239" cy="473874"/>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6" name="任意多边形: 形状 8"/>
          <p:cNvSpPr/>
          <p:nvPr>
            <p:custDataLst>
              <p:tags r:id="rId9"/>
            </p:custDataLst>
          </p:nvPr>
        </p:nvSpPr>
        <p:spPr>
          <a:xfrm rot="21120000">
            <a:off x="10714185" y="1543401"/>
            <a:ext cx="699588" cy="700159"/>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solidFill>
            <a:schemeClr val="accent1"/>
          </a:solidFill>
          <a:ln w="3841" cap="flat">
            <a:noFill/>
            <a:prstDash val="solid"/>
            <a:miter/>
          </a:ln>
        </p:spPr>
        <p:txBody>
          <a:bodyPr rtlCol="0" anchor="ctr"/>
          <a:p>
            <a:endParaRPr lang="zh-CN" altLang="en-US">
              <a:solidFill>
                <a:schemeClr val="tx1"/>
              </a:solidFill>
            </a:endParaRPr>
          </a:p>
        </p:txBody>
      </p:sp>
      <p:pic>
        <p:nvPicPr>
          <p:cNvPr id="27" name="图形 24" descr="333438303937363b333438313037303bb6a8cebbb2fac6b7"/>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822232" y="2980882"/>
            <a:ext cx="251750" cy="251750"/>
          </a:xfrm>
          <a:prstGeom prst="rect">
            <a:avLst/>
          </a:prstGeom>
        </p:spPr>
      </p:pic>
      <p:pic>
        <p:nvPicPr>
          <p:cNvPr id="32" name="图形 27" descr="333438303937363b333438313039323bcfeec4bfbcc6bbae"/>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4919222" y="4649907"/>
            <a:ext cx="215785" cy="215785"/>
          </a:xfrm>
          <a:prstGeom prst="rect">
            <a:avLst/>
          </a:prstGeom>
        </p:spPr>
      </p:pic>
      <p:sp>
        <p:nvSpPr>
          <p:cNvPr id="34" name="任意多边形: 形状 10"/>
          <p:cNvSpPr/>
          <p:nvPr>
            <p:custDataLst>
              <p:tags r:id="rId16"/>
            </p:custDataLst>
          </p:nvPr>
        </p:nvSpPr>
        <p:spPr>
          <a:xfrm rot="21120000">
            <a:off x="10733216" y="2101646"/>
            <a:ext cx="197762" cy="198041"/>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solidFill>
            <a:schemeClr val="accent1"/>
          </a:solidFill>
          <a:ln w="3841" cap="flat">
            <a:noFill/>
            <a:prstDash val="solid"/>
            <a:miter/>
          </a:ln>
        </p:spPr>
        <p:txBody>
          <a:bodyPr rtlCol="0" anchor="ctr"/>
          <a:p>
            <a:endParaRPr lang="zh-CN" altLang="en-US">
              <a:solidFill>
                <a:schemeClr val="tx1"/>
              </a:solidFill>
            </a:endParaRPr>
          </a:p>
        </p:txBody>
      </p:sp>
      <p:sp>
        <p:nvSpPr>
          <p:cNvPr id="35" name="椭圆 5"/>
          <p:cNvSpPr/>
          <p:nvPr>
            <p:custDataLst>
              <p:tags r:id="rId17"/>
            </p:custDataLst>
          </p:nvPr>
        </p:nvSpPr>
        <p:spPr>
          <a:xfrm>
            <a:off x="11116375" y="1680425"/>
            <a:ext cx="123068" cy="123068"/>
          </a:xfrm>
          <a:prstGeom prst="ellipse">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6" name="图形 29" descr="333438303937363b333438313038383bcfeec4bfd0a7c2ca"/>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6854683" y="4901117"/>
            <a:ext cx="287714" cy="287714"/>
          </a:xfrm>
          <a:prstGeom prst="rect">
            <a:avLst/>
          </a:prstGeom>
        </p:spPr>
      </p:pic>
      <p:pic>
        <p:nvPicPr>
          <p:cNvPr id="37" name="图形 30" descr="333438303937363b333438313038303bd7e9d6afbcdcb9b9"/>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625842" y="4106253"/>
            <a:ext cx="215785" cy="215785"/>
          </a:xfrm>
          <a:prstGeom prst="rect">
            <a:avLst/>
          </a:prstGeom>
        </p:spPr>
      </p:pic>
      <p:pic>
        <p:nvPicPr>
          <p:cNvPr id="38" name="图形 28" descr="333438303937363b333438313035353bb2fac6b7c4a3d0c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3590219" y="3642529"/>
            <a:ext cx="215785" cy="215785"/>
          </a:xfrm>
          <a:prstGeom prst="rect">
            <a:avLst/>
          </a:prstGeom>
        </p:spPr>
      </p:pic>
      <p:sp>
        <p:nvSpPr>
          <p:cNvPr id="39" name="矩形 3"/>
          <p:cNvSpPr/>
          <p:nvPr>
            <p:custDataLst>
              <p:tags r:id="rId27"/>
            </p:custDataLst>
          </p:nvPr>
        </p:nvSpPr>
        <p:spPr>
          <a:xfrm>
            <a:off x="5873948" y="3493452"/>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高级引用管理</a:t>
            </a:r>
            <a:r>
              <a:rPr lang="en-US" altLang="zh-CN" sz="1200">
                <a:ln>
                  <a:noFill/>
                  <a:prstDash val="sysDot"/>
                </a:ln>
                <a:solidFill>
                  <a:schemeClr val="tx1">
                    <a:lumMod val="85000"/>
                    <a:lumOff val="15000"/>
                  </a:schemeClr>
                </a:solidFill>
                <a:latin typeface="+mn-ea"/>
                <a:cs typeface="+mn-ea"/>
              </a:rPr>
              <a:t> - </a:t>
            </a:r>
            <a:r>
              <a:rPr lang="zh-CN" altLang="en-US" sz="1200">
                <a:ln>
                  <a:noFill/>
                  <a:prstDash val="sysDot"/>
                </a:ln>
                <a:solidFill>
                  <a:schemeClr val="tx1">
                    <a:lumMod val="85000"/>
                    <a:lumOff val="15000"/>
                  </a:schemeClr>
                </a:solidFill>
                <a:latin typeface="+mn-ea"/>
                <a:cs typeface="+mn-ea"/>
              </a:rPr>
              <a:t>自动化引用收集和格式化</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支持多种学术引用风格</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符合学术标准</a:t>
            </a:r>
            <a:endParaRPr lang="zh-CN" altLang="en-US" sz="1200">
              <a:ln>
                <a:noFill/>
                <a:prstDash val="sysDot"/>
              </a:ln>
              <a:solidFill>
                <a:schemeClr val="tx1">
                  <a:lumMod val="85000"/>
                  <a:lumOff val="15000"/>
                </a:schemeClr>
              </a:solidFill>
              <a:latin typeface="+mn-ea"/>
              <a:cs typeface="+mn-ea"/>
            </a:endParaRPr>
          </a:p>
        </p:txBody>
      </p:sp>
      <p:sp>
        <p:nvSpPr>
          <p:cNvPr id="40" name="矩形 4"/>
          <p:cNvSpPr/>
          <p:nvPr>
            <p:custDataLst>
              <p:tags r:id="rId28"/>
            </p:custDataLst>
          </p:nvPr>
        </p:nvSpPr>
        <p:spPr>
          <a:xfrm>
            <a:off x="2993912" y="2222810"/>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多代理协作</a:t>
            </a:r>
            <a:r>
              <a:rPr lang="en-US" altLang="zh-CN" sz="1200" dirty="0">
                <a:ln>
                  <a:noFill/>
                  <a:prstDash val="sysDot"/>
                </a:ln>
                <a:solidFill>
                  <a:schemeClr val="tx1">
                    <a:lumMod val="85000"/>
                    <a:lumOff val="15000"/>
                  </a:schemeClr>
                </a:solidFill>
                <a:latin typeface="+mn-ea"/>
                <a:cs typeface="+mn-ea"/>
              </a:rPr>
              <a:t> - </a:t>
            </a:r>
            <a:r>
              <a:rPr lang="zh-CN" altLang="en-US" sz="1200" dirty="0">
                <a:ln>
                  <a:noFill/>
                  <a:prstDash val="sysDot"/>
                </a:ln>
                <a:solidFill>
                  <a:schemeClr val="tx1">
                    <a:lumMod val="85000"/>
                    <a:lumOff val="15000"/>
                  </a:schemeClr>
                </a:solidFill>
                <a:latin typeface="+mn-ea"/>
                <a:cs typeface="+mn-ea"/>
              </a:rPr>
              <a:t>专门化代理角色</a:t>
            </a:r>
            <a:r>
              <a:rPr lang="en-US" altLang="zh-CN" sz="1200" dirty="0">
                <a:ln>
                  <a:noFill/>
                  <a:prstDash val="sysDot"/>
                </a:ln>
                <a:solidFill>
                  <a:schemeClr val="tx1">
                    <a:lumMod val="85000"/>
                    <a:lumOff val="15000"/>
                  </a:schemeClr>
                </a:solidFill>
                <a:latin typeface="+mn-ea"/>
                <a:cs typeface="+mn-ea"/>
              </a:rPr>
              <a:t>,</a:t>
            </a:r>
            <a:r>
              <a:rPr lang="zh-CN" altLang="en-US" sz="1200" dirty="0">
                <a:ln>
                  <a:noFill/>
                  <a:prstDash val="sysDot"/>
                </a:ln>
                <a:solidFill>
                  <a:schemeClr val="tx1">
                    <a:lumMod val="85000"/>
                    <a:lumOff val="15000"/>
                  </a:schemeClr>
                </a:solidFill>
                <a:latin typeface="+mn-ea"/>
                <a:cs typeface="+mn-ea"/>
              </a:rPr>
              <a:t>智能任务交接</a:t>
            </a:r>
            <a:r>
              <a:rPr lang="en-US" altLang="zh-CN" sz="1200" dirty="0">
                <a:ln>
                  <a:noFill/>
                  <a:prstDash val="sysDot"/>
                </a:ln>
                <a:solidFill>
                  <a:schemeClr val="tx1">
                    <a:lumMod val="85000"/>
                    <a:lumOff val="15000"/>
                  </a:schemeClr>
                </a:solidFill>
                <a:latin typeface="+mn-ea"/>
                <a:cs typeface="+mn-ea"/>
              </a:rPr>
              <a:t>,</a:t>
            </a:r>
            <a:r>
              <a:rPr lang="zh-CN" altLang="en-US" sz="1200" dirty="0">
                <a:ln>
                  <a:noFill/>
                  <a:prstDash val="sysDot"/>
                </a:ln>
                <a:solidFill>
                  <a:schemeClr val="tx1">
                    <a:lumMod val="85000"/>
                    <a:lumOff val="15000"/>
                  </a:schemeClr>
                </a:solidFill>
                <a:latin typeface="+mn-ea"/>
                <a:cs typeface="+mn-ea"/>
              </a:rPr>
              <a:t>支持自然语言指令和反馈</a:t>
            </a:r>
            <a:endParaRPr lang="zh-CN" altLang="en-US" sz="1200" dirty="0">
              <a:ln>
                <a:noFill/>
                <a:prstDash val="sysDot"/>
              </a:ln>
              <a:solidFill>
                <a:schemeClr val="tx1">
                  <a:lumMod val="85000"/>
                  <a:lumOff val="15000"/>
                </a:schemeClr>
              </a:solidFill>
              <a:latin typeface="+mn-ea"/>
              <a:cs typeface="+mn-ea"/>
            </a:endParaRPr>
          </a:p>
        </p:txBody>
      </p:sp>
      <p:sp>
        <p:nvSpPr>
          <p:cNvPr id="41" name="矩形 12"/>
          <p:cNvSpPr/>
          <p:nvPr>
            <p:custDataLst>
              <p:tags r:id="rId29"/>
            </p:custDataLst>
          </p:nvPr>
        </p:nvSpPr>
        <p:spPr>
          <a:xfrm>
            <a:off x="8146893" y="1750205"/>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完善用户系统</a:t>
            </a:r>
            <a:r>
              <a:rPr lang="en-US" altLang="zh-CN" sz="1200">
                <a:ln>
                  <a:noFill/>
                  <a:prstDash val="sysDot"/>
                </a:ln>
                <a:solidFill>
                  <a:schemeClr val="tx1">
                    <a:lumMod val="85000"/>
                    <a:lumOff val="15000"/>
                  </a:schemeClr>
                </a:solidFill>
                <a:latin typeface="+mn-ea"/>
                <a:cs typeface="+mn-ea"/>
              </a:rPr>
              <a:t> - </a:t>
            </a:r>
            <a:r>
              <a:rPr lang="zh-CN" altLang="en-US" sz="1200">
                <a:ln>
                  <a:noFill/>
                  <a:prstDash val="sysDot"/>
                </a:ln>
                <a:solidFill>
                  <a:schemeClr val="tx1">
                    <a:lumMod val="85000"/>
                    <a:lumOff val="15000"/>
                  </a:schemeClr>
                </a:solidFill>
                <a:latin typeface="+mn-ea"/>
                <a:cs typeface="+mn-ea"/>
              </a:rPr>
              <a:t>完整用户认证授权</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使用次数限制</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管理员后台</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详细使用统计</a:t>
            </a:r>
            <a:endParaRPr lang="zh-CN" altLang="en-US" sz="1200">
              <a:ln>
                <a:noFill/>
                <a:prstDash val="sysDot"/>
              </a:ln>
              <a:solidFill>
                <a:schemeClr val="tx1">
                  <a:lumMod val="85000"/>
                  <a:lumOff val="15000"/>
                </a:schemeClr>
              </a:solidFill>
              <a:latin typeface="+mn-ea"/>
              <a:cs typeface="+mn-ea"/>
            </a:endParaRPr>
          </a:p>
        </p:txBody>
      </p:sp>
      <p:sp>
        <p:nvSpPr>
          <p:cNvPr id="42" name="矩形 15"/>
          <p:cNvSpPr/>
          <p:nvPr>
            <p:custDataLst>
              <p:tags r:id="rId30"/>
            </p:custDataLst>
          </p:nvPr>
        </p:nvSpPr>
        <p:spPr>
          <a:xfrm>
            <a:off x="852916" y="3622229"/>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智能工作流系统</a:t>
            </a:r>
            <a:r>
              <a:rPr lang="en-US" altLang="zh-CN" sz="1200">
                <a:ln>
                  <a:noFill/>
                  <a:prstDash val="sysDot"/>
                </a:ln>
                <a:solidFill>
                  <a:schemeClr val="tx1">
                    <a:lumMod val="85000"/>
                    <a:lumOff val="15000"/>
                  </a:schemeClr>
                </a:solidFill>
                <a:latin typeface="+mn-ea"/>
                <a:cs typeface="+mn-ea"/>
              </a:rPr>
              <a:t> - </a:t>
            </a:r>
            <a:r>
              <a:rPr lang="zh-CN" altLang="en-US" sz="1200">
                <a:ln>
                  <a:noFill/>
                  <a:prstDash val="sysDot"/>
                </a:ln>
                <a:solidFill>
                  <a:schemeClr val="tx1">
                    <a:lumMod val="85000"/>
                    <a:lumOff val="15000"/>
                  </a:schemeClr>
                </a:solidFill>
                <a:latin typeface="+mn-ea"/>
                <a:cs typeface="+mn-ea"/>
              </a:rPr>
              <a:t>基于</a:t>
            </a:r>
            <a:r>
              <a:rPr lang="en-US" altLang="zh-CN" sz="1200">
                <a:ln>
                  <a:noFill/>
                  <a:prstDash val="sysDot"/>
                </a:ln>
                <a:solidFill>
                  <a:schemeClr val="tx1">
                    <a:lumMod val="85000"/>
                    <a:lumOff val="15000"/>
                  </a:schemeClr>
                </a:solidFill>
                <a:latin typeface="+mn-ea"/>
                <a:cs typeface="+mn-ea"/>
              </a:rPr>
              <a:t>LangGraph</a:t>
            </a:r>
            <a:r>
              <a:rPr lang="zh-CN" altLang="en-US" sz="1200">
                <a:ln>
                  <a:noFill/>
                  <a:prstDash val="sysDot"/>
                </a:ln>
                <a:solidFill>
                  <a:schemeClr val="tx1">
                    <a:lumMod val="85000"/>
                    <a:lumOff val="15000"/>
                  </a:schemeClr>
                </a:solidFill>
                <a:latin typeface="+mn-ea"/>
                <a:cs typeface="+mn-ea"/>
              </a:rPr>
              <a:t>的可视化工作流引擎</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支持复杂条件分支和并行执行</a:t>
            </a:r>
            <a:endParaRPr lang="zh-CN" altLang="en-US" sz="1200">
              <a:ln>
                <a:noFill/>
                <a:prstDash val="sysDot"/>
              </a:ln>
              <a:solidFill>
                <a:schemeClr val="tx1">
                  <a:lumMod val="85000"/>
                  <a:lumOff val="15000"/>
                </a:schemeClr>
              </a:solidFill>
              <a:latin typeface="+mn-ea"/>
              <a:cs typeface="+mn-ea"/>
            </a:endParaRPr>
          </a:p>
        </p:txBody>
      </p:sp>
      <p:sp>
        <p:nvSpPr>
          <p:cNvPr id="43" name="矩形 17"/>
          <p:cNvSpPr/>
          <p:nvPr>
            <p:custDataLst>
              <p:tags r:id="rId31"/>
            </p:custDataLst>
          </p:nvPr>
        </p:nvSpPr>
        <p:spPr>
          <a:xfrm>
            <a:off x="3805905" y="5152962"/>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en-US" sz="1200">
                <a:ln>
                  <a:noFill/>
                  <a:prstDash val="sysDot"/>
                </a:ln>
                <a:solidFill>
                  <a:schemeClr val="tx1">
                    <a:lumMod val="85000"/>
                    <a:lumOff val="15000"/>
                  </a:schemeClr>
                </a:solidFill>
                <a:latin typeface="+mn-ea"/>
                <a:cs typeface="+mn-ea"/>
              </a:rPr>
              <a:t>MCP</a:t>
            </a:r>
            <a:r>
              <a:rPr lang="zh-CN" altLang="en-US" sz="1200">
                <a:ln>
                  <a:noFill/>
                  <a:prstDash val="sysDot"/>
                </a:ln>
                <a:solidFill>
                  <a:schemeClr val="tx1">
                    <a:lumMod val="85000"/>
                    <a:lumOff val="15000"/>
                  </a:schemeClr>
                </a:solidFill>
                <a:latin typeface="+mn-ea"/>
                <a:cs typeface="+mn-ea"/>
              </a:rPr>
              <a:t>协议支持</a:t>
            </a:r>
            <a:r>
              <a:rPr lang="en-US" altLang="zh-CN" sz="1200">
                <a:ln>
                  <a:noFill/>
                  <a:prstDash val="sysDot"/>
                </a:ln>
                <a:solidFill>
                  <a:schemeClr val="tx1">
                    <a:lumMod val="85000"/>
                    <a:lumOff val="15000"/>
                  </a:schemeClr>
                </a:solidFill>
                <a:latin typeface="+mn-ea"/>
                <a:cs typeface="+mn-ea"/>
              </a:rPr>
              <a:t> - </a:t>
            </a:r>
            <a:r>
              <a:rPr lang="zh-CN" altLang="en-US" sz="1200">
                <a:ln>
                  <a:noFill/>
                  <a:prstDash val="sysDot"/>
                </a:ln>
                <a:solidFill>
                  <a:schemeClr val="tx1">
                    <a:lumMod val="85000"/>
                    <a:lumOff val="15000"/>
                  </a:schemeClr>
                </a:solidFill>
                <a:latin typeface="+mn-ea"/>
                <a:cs typeface="+mn-ea"/>
              </a:rPr>
              <a:t>无缝集成外部工具</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支持私有域知识和企业工具</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高度定制化</a:t>
            </a:r>
            <a:endParaRPr lang="zh-CN" altLang="en-US" sz="1200">
              <a:ln>
                <a:noFill/>
                <a:prstDash val="sysDot"/>
              </a:ln>
              <a:solidFill>
                <a:schemeClr val="tx1">
                  <a:lumMod val="85000"/>
                  <a:lumOff val="15000"/>
                </a:schemeClr>
              </a:solidFill>
              <a:latin typeface="+mn-ea"/>
              <a:cs typeface="+mn-ea"/>
            </a:endParaRPr>
          </a:p>
        </p:txBody>
      </p:sp>
      <p:sp>
        <p:nvSpPr>
          <p:cNvPr id="44" name="矩形 18"/>
          <p:cNvSpPr/>
          <p:nvPr>
            <p:custDataLst>
              <p:tags r:id="rId32"/>
            </p:custDataLst>
          </p:nvPr>
        </p:nvSpPr>
        <p:spPr>
          <a:xfrm>
            <a:off x="8497065" y="4588373"/>
            <a:ext cx="2140996" cy="96614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多风格内容生成</a:t>
            </a:r>
            <a:r>
              <a:rPr lang="en-US" altLang="zh-CN" sz="1200">
                <a:ln>
                  <a:noFill/>
                  <a:prstDash val="sysDot"/>
                </a:ln>
                <a:solidFill>
                  <a:schemeClr val="tx1">
                    <a:lumMod val="85000"/>
                    <a:lumOff val="15000"/>
                  </a:schemeClr>
                </a:solidFill>
                <a:latin typeface="+mn-ea"/>
                <a:cs typeface="+mn-ea"/>
              </a:rPr>
              <a:t> - </a:t>
            </a:r>
            <a:r>
              <a:rPr lang="zh-CN" altLang="en-US" sz="1200">
                <a:ln>
                  <a:noFill/>
                  <a:prstDash val="sysDot"/>
                </a:ln>
                <a:solidFill>
                  <a:schemeClr val="tx1">
                    <a:lumMod val="85000"/>
                    <a:lumOff val="15000"/>
                  </a:schemeClr>
                </a:solidFill>
                <a:latin typeface="+mn-ea"/>
                <a:cs typeface="+mn-ea"/>
              </a:rPr>
              <a:t>支持多种报告风格</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满足不同用户群体需求</a:t>
            </a:r>
            <a:r>
              <a:rPr lang="en-US" altLang="zh-CN" sz="1200">
                <a:ln>
                  <a:noFill/>
                  <a:prstDash val="sysDot"/>
                </a:ln>
                <a:solidFill>
                  <a:schemeClr val="tx1">
                    <a:lumMod val="85000"/>
                    <a:lumOff val="15000"/>
                  </a:schemeClr>
                </a:solidFill>
                <a:latin typeface="+mn-ea"/>
                <a:cs typeface="+mn-ea"/>
              </a:rPr>
              <a:t>,</a:t>
            </a:r>
            <a:r>
              <a:rPr lang="zh-CN" altLang="en-US" sz="1200">
                <a:ln>
                  <a:noFill/>
                  <a:prstDash val="sysDot"/>
                </a:ln>
                <a:solidFill>
                  <a:schemeClr val="tx1">
                    <a:lumMod val="85000"/>
                    <a:lumOff val="15000"/>
                  </a:schemeClr>
                </a:solidFill>
                <a:latin typeface="+mn-ea"/>
                <a:cs typeface="+mn-ea"/>
              </a:rPr>
              <a:t>提供专业级内容质量</a:t>
            </a:r>
            <a:endParaRPr lang="zh-CN" altLang="en-US" sz="1200">
              <a:ln>
                <a:noFill/>
                <a:prstDash val="sysDot"/>
              </a:ln>
              <a:solidFill>
                <a:schemeClr val="tx1">
                  <a:lumMod val="85000"/>
                  <a:lumOff val="15000"/>
                </a:schemeClr>
              </a:solidFill>
              <a:latin typeface="+mn-ea"/>
              <a:cs typeface="+mn-ea"/>
            </a:endParaRPr>
          </a:p>
        </p:txBody>
      </p:sp>
      <p:pic>
        <p:nvPicPr>
          <p:cNvPr id="45" name="图形 32" descr="333438303937363b333438313037333bcad0b3a1bebad5f9"/>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9724569" y="3029094"/>
            <a:ext cx="251750" cy="251750"/>
          </a:xfrm>
          <a:prstGeom prst="rect">
            <a:avLst/>
          </a:prstGeom>
        </p:spPr>
      </p:pic>
    </p:spTree>
    <p:custDataLst>
      <p:tags r:id="rId36"/>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a:sym typeface="+mn-ea"/>
              </a:rPr>
              <a:t>竞争优势对比</a:t>
            </a:r>
            <a:endParaRPr lang="zh-CN" altLang="en-US"/>
          </a:p>
        </p:txBody>
      </p:sp>
      <p:sp>
        <p:nvSpPr>
          <p:cNvPr id="18" name="矩形: 圆角 17"/>
          <p:cNvSpPr/>
          <p:nvPr>
            <p:custDataLst>
              <p:tags r:id="rId2"/>
            </p:custDataLst>
          </p:nvPr>
        </p:nvSpPr>
        <p:spPr>
          <a:xfrm>
            <a:off x="6280437" y="2166862"/>
            <a:ext cx="5204149" cy="377784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14" tIns="504163" rIns="575914" bIns="252081" numCol="1" spcCol="0" rtlCol="0" fromWordArt="0" anchor="ctr" anchorCtr="0" forceAA="0" compatLnSpc="1">
            <a:noAutofit/>
          </a:bodyPr>
          <a:lstStyle/>
          <a:p>
            <a:pPr>
              <a:spcAft>
                <a:spcPts val="600"/>
              </a:spcAft>
              <a:defRPr sz="1400">
                <a:solidFill>
                  <a:srgbClr val="1F2937"/>
                </a:solidFill>
              </a:defRPr>
            </a:pPr>
            <a:r>
              <a:rPr sz="2000">
                <a:sym typeface="+mn-ea"/>
              </a:rPr>
              <a:t>● 单一AI模型调用</a:t>
            </a:r>
            <a:endParaRPr sz="2000">
              <a:sym typeface="+mn-ea"/>
            </a:endParaRPr>
          </a:p>
          <a:p>
            <a:pPr>
              <a:spcAft>
                <a:spcPts val="600"/>
              </a:spcAft>
              <a:defRPr sz="1400">
                <a:solidFill>
                  <a:srgbClr val="1F2937"/>
                </a:solidFill>
              </a:defRPr>
            </a:pPr>
            <a:r>
              <a:rPr sz="2000">
                <a:sym typeface="+mn-ea"/>
              </a:rPr>
              <a:t>● 有限的工具集成</a:t>
            </a:r>
            <a:endParaRPr sz="2000">
              <a:sym typeface="+mn-ea"/>
            </a:endParaRPr>
          </a:p>
          <a:p>
            <a:pPr>
              <a:spcAft>
                <a:spcPts val="600"/>
              </a:spcAft>
              <a:defRPr sz="1400">
                <a:solidFill>
                  <a:srgbClr val="1F2937"/>
                </a:solidFill>
              </a:defRPr>
            </a:pPr>
            <a:r>
              <a:rPr sz="2000">
                <a:sym typeface="+mn-ea"/>
              </a:rPr>
              <a:t>● 线性处理流程</a:t>
            </a:r>
            <a:endParaRPr sz="2000">
              <a:sym typeface="+mn-ea"/>
            </a:endParaRPr>
          </a:p>
          <a:p>
            <a:pPr>
              <a:spcAft>
                <a:spcPts val="600"/>
              </a:spcAft>
              <a:defRPr sz="1400">
                <a:solidFill>
                  <a:srgbClr val="1F2937"/>
                </a:solidFill>
              </a:defRPr>
            </a:pPr>
            <a:r>
              <a:rPr sz="2000">
                <a:sym typeface="+mn-ea"/>
              </a:rPr>
              <a:t>● 纯文本输出为主</a:t>
            </a:r>
            <a:endParaRPr sz="2000">
              <a:sym typeface="+mn-ea"/>
            </a:endParaRPr>
          </a:p>
          <a:p>
            <a:pPr>
              <a:spcAft>
                <a:spcPts val="600"/>
              </a:spcAft>
              <a:defRPr sz="1400">
                <a:solidFill>
                  <a:srgbClr val="1F2937"/>
                </a:solidFill>
              </a:defRPr>
            </a:pPr>
            <a:r>
              <a:rPr sz="2000">
                <a:sym typeface="+mn-ea"/>
              </a:rPr>
              <a:t>● 闭源商业方案</a:t>
            </a:r>
            <a:endParaRPr sz="2000">
              <a:sym typeface="+mn-ea"/>
            </a:endParaRPr>
          </a:p>
          <a:p>
            <a:pPr>
              <a:spcAft>
                <a:spcPts val="600"/>
              </a:spcAft>
              <a:defRPr sz="1400">
                <a:solidFill>
                  <a:srgbClr val="1F2937"/>
                </a:solidFill>
              </a:defRPr>
            </a:pPr>
            <a:r>
              <a:rPr sz="2000">
                <a:sym typeface="+mn-ea"/>
              </a:rPr>
              <a:t>● 固定部署模式</a:t>
            </a:r>
            <a:endParaRPr sz="2000">
              <a:sym typeface="+mn-ea"/>
            </a:endParaRPr>
          </a:p>
          <a:p>
            <a:pPr lvl="0" algn="just">
              <a:lnSpc>
                <a:spcPct val="150000"/>
              </a:lnSpc>
              <a:spcBef>
                <a:spcPts val="0"/>
              </a:spcBef>
              <a:spcAft>
                <a:spcPts val="0"/>
              </a:spcAft>
              <a:buClrTx/>
              <a:buSzTx/>
              <a:buFontTx/>
            </a:pPr>
            <a:endParaRPr lang="zh-CN" altLang="zh-CN" sz="2000" dirty="0">
              <a:ln>
                <a:noFill/>
              </a:ln>
              <a:solidFill>
                <a:schemeClr val="tx1">
                  <a:lumMod val="85000"/>
                  <a:lumOff val="15000"/>
                </a:schemeClr>
              </a:solidFill>
              <a:effectLst/>
              <a:latin typeface="+mn-ea"/>
              <a:cs typeface="+mn-ea"/>
              <a:sym typeface="+mn-ea"/>
            </a:endParaRPr>
          </a:p>
        </p:txBody>
      </p:sp>
      <p:sp>
        <p:nvSpPr>
          <p:cNvPr id="4" name="矩形: 圆角 3"/>
          <p:cNvSpPr/>
          <p:nvPr>
            <p:custDataLst>
              <p:tags r:id="rId3"/>
            </p:custDataLst>
          </p:nvPr>
        </p:nvSpPr>
        <p:spPr>
          <a:xfrm>
            <a:off x="702208" y="2166862"/>
            <a:ext cx="5204149" cy="377784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14" tIns="504163" rIns="575914" bIns="252081" numCol="1" spcCol="0" rtlCol="0" fromWordArt="0" anchor="ctr" anchorCtr="0" forceAA="0" compatLnSpc="1">
            <a:noAutofit/>
          </a:bodyPr>
          <a:lstStyle/>
          <a:p>
            <a:pPr>
              <a:spcAft>
                <a:spcPts val="600"/>
              </a:spcAft>
              <a:defRPr sz="1400">
                <a:solidFill>
                  <a:srgbClr val="1F2937"/>
                </a:solidFill>
              </a:defRPr>
            </a:pPr>
            <a:r>
              <a:rPr sz="2000">
                <a:sym typeface="+mn-ea"/>
              </a:rPr>
              <a:t>● 多代理协作架构</a:t>
            </a:r>
            <a:endParaRPr sz="2000">
              <a:sym typeface="+mn-ea"/>
            </a:endParaRPr>
          </a:p>
          <a:p>
            <a:pPr>
              <a:spcAft>
                <a:spcPts val="600"/>
              </a:spcAft>
              <a:defRPr sz="1400">
                <a:solidFill>
                  <a:srgbClr val="1F2937"/>
                </a:solidFill>
              </a:defRPr>
            </a:pPr>
            <a:r>
              <a:rPr sz="2000">
                <a:sym typeface="+mn-ea"/>
              </a:rPr>
              <a:t>● 内置MCP协议支持</a:t>
            </a:r>
            <a:endParaRPr sz="2000">
              <a:sym typeface="+mn-ea"/>
            </a:endParaRPr>
          </a:p>
          <a:p>
            <a:pPr>
              <a:spcAft>
                <a:spcPts val="600"/>
              </a:spcAft>
              <a:defRPr sz="1400">
                <a:solidFill>
                  <a:srgbClr val="1F2937"/>
                </a:solidFill>
              </a:defRPr>
            </a:pPr>
            <a:r>
              <a:rPr sz="2000">
                <a:sym typeface="+mn-ea"/>
              </a:rPr>
              <a:t>● 可视化工作流引擎</a:t>
            </a:r>
            <a:endParaRPr sz="2000">
              <a:sym typeface="+mn-ea"/>
            </a:endParaRPr>
          </a:p>
          <a:p>
            <a:pPr>
              <a:spcAft>
                <a:spcPts val="600"/>
              </a:spcAft>
              <a:defRPr sz="1400">
                <a:solidFill>
                  <a:srgbClr val="1F2937"/>
                </a:solidFill>
              </a:defRPr>
            </a:pPr>
            <a:r>
              <a:rPr sz="2000">
                <a:sym typeface="+mn-ea"/>
              </a:rPr>
              <a:t>● 多模态内容生成</a:t>
            </a:r>
            <a:endParaRPr sz="2000">
              <a:sym typeface="+mn-ea"/>
            </a:endParaRPr>
          </a:p>
          <a:p>
            <a:pPr>
              <a:spcAft>
                <a:spcPts val="600"/>
              </a:spcAft>
              <a:defRPr sz="1400">
                <a:solidFill>
                  <a:srgbClr val="1F2937"/>
                </a:solidFill>
              </a:defRPr>
            </a:pPr>
            <a:r>
              <a:rPr sz="2000">
                <a:sym typeface="+mn-ea"/>
              </a:rPr>
              <a:t>● 功能</a:t>
            </a:r>
            <a:r>
              <a:rPr lang="zh-CN" sz="2000">
                <a:sym typeface="+mn-ea"/>
              </a:rPr>
              <a:t>可扩展</a:t>
            </a:r>
            <a:endParaRPr sz="2000">
              <a:sym typeface="+mn-ea"/>
            </a:endParaRPr>
          </a:p>
          <a:p>
            <a:pPr>
              <a:spcAft>
                <a:spcPts val="600"/>
              </a:spcAft>
              <a:defRPr sz="1400">
                <a:solidFill>
                  <a:srgbClr val="1F2937"/>
                </a:solidFill>
              </a:defRPr>
            </a:pPr>
            <a:r>
              <a:rPr sz="2000">
                <a:sym typeface="+mn-ea"/>
              </a:rPr>
              <a:t>● 灵活的部署选项</a:t>
            </a:r>
            <a:endParaRPr sz="2000">
              <a:sym typeface="+mn-ea"/>
            </a:endParaRPr>
          </a:p>
          <a:p>
            <a:pPr marL="0" algn="just" rtl="0" eaLnBrk="1" latinLnBrk="0" hangingPunct="1">
              <a:lnSpc>
                <a:spcPct val="150000"/>
              </a:lnSpc>
              <a:spcBef>
                <a:spcPts val="0"/>
              </a:spcBef>
              <a:spcAft>
                <a:spcPts val="0"/>
              </a:spcAft>
            </a:pPr>
            <a:endParaRPr lang="zh-CN" altLang="zh-CN" sz="2000" kern="1200" dirty="0">
              <a:ln>
                <a:noFill/>
              </a:ln>
              <a:solidFill>
                <a:schemeClr val="tx1">
                  <a:lumMod val="85000"/>
                  <a:lumOff val="15000"/>
                </a:schemeClr>
              </a:solidFill>
              <a:effectLst/>
              <a:latin typeface="+mn-ea"/>
              <a:cs typeface="+mn-ea"/>
              <a:sym typeface="+mn-ea"/>
            </a:endParaRPr>
          </a:p>
        </p:txBody>
      </p:sp>
      <p:sp>
        <p:nvSpPr>
          <p:cNvPr id="15" name="标题"/>
          <p:cNvSpPr/>
          <p:nvPr>
            <p:custDataLst>
              <p:tags r:id="rId4"/>
            </p:custDataLst>
          </p:nvPr>
        </p:nvSpPr>
        <p:spPr>
          <a:xfrm>
            <a:off x="1893296" y="1800310"/>
            <a:ext cx="2821974" cy="733654"/>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sz="2200">
                <a:sym typeface="+mn-ea"/>
              </a:rPr>
              <a:t>ResearcherNexus</a:t>
            </a:r>
            <a:endParaRPr sz="2200">
              <a:sym typeface="+mn-ea"/>
            </a:endParaRPr>
          </a:p>
          <a:p>
            <a:pPr algn="ctr">
              <a:spcBef>
                <a:spcPct val="0"/>
              </a:spcBef>
              <a:spcAft>
                <a:spcPct val="0"/>
              </a:spcAft>
            </a:pPr>
            <a:endParaRPr lang="zh-CN" altLang="en-US" sz="2200" b="1" dirty="0">
              <a:solidFill>
                <a:srgbClr val="FFFFFF"/>
              </a:solidFill>
              <a:uFillTx/>
              <a:latin typeface="+mn-ea"/>
              <a:cs typeface="+mn-ea"/>
              <a:sym typeface="+mn-ea"/>
            </a:endParaRPr>
          </a:p>
        </p:txBody>
      </p:sp>
      <p:sp>
        <p:nvSpPr>
          <p:cNvPr id="10" name="标题"/>
          <p:cNvSpPr/>
          <p:nvPr>
            <p:custDataLst>
              <p:tags r:id="rId5"/>
            </p:custDataLst>
          </p:nvPr>
        </p:nvSpPr>
        <p:spPr>
          <a:xfrm>
            <a:off x="7471525" y="1800310"/>
            <a:ext cx="2821974" cy="733654"/>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sz="2200">
                <a:sym typeface="+mn-ea"/>
              </a:rPr>
              <a:t>传统研究工具</a:t>
            </a:r>
            <a:endParaRPr sz="2200">
              <a:sym typeface="+mn-ea"/>
            </a:endParaRPr>
          </a:p>
          <a:p>
            <a:pPr algn="ctr">
              <a:spcBef>
                <a:spcPct val="0"/>
              </a:spcBef>
              <a:spcAft>
                <a:spcPct val="0"/>
              </a:spcAft>
            </a:pPr>
            <a:endParaRPr lang="zh-CN" altLang="en-US" sz="2200" b="1">
              <a:solidFill>
                <a:srgbClr val="FFFFFF"/>
              </a:solidFill>
              <a:uFillTx/>
              <a:latin typeface="+mn-ea"/>
              <a:cs typeface="+mn-ea"/>
              <a:sym typeface="+mn-ea"/>
            </a:endParaRPr>
          </a:p>
        </p:txBody>
      </p:sp>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05  应用场景与价值</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USE CASES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典型应用场景</a:t>
            </a:r>
            <a:endParaRPr lang="zh-CN" altLang="en-US"/>
          </a:p>
        </p:txBody>
      </p:sp>
      <p:sp>
        <p:nvSpPr>
          <p:cNvPr id="2" name="圆角矩形 15"/>
          <p:cNvSpPr/>
          <p:nvPr>
            <p:custDataLst>
              <p:tags r:id="rId2"/>
            </p:custDataLst>
          </p:nvPr>
        </p:nvSpPr>
        <p:spPr>
          <a:xfrm>
            <a:off x="701268" y="1457972"/>
            <a:ext cx="5320510" cy="1460333"/>
          </a:xfrm>
          <a:prstGeom prst="roundRect">
            <a:avLst>
              <a:gd name="adj" fmla="val 15204"/>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学术研究与论文撰写</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自动化文献综述、研究资料收集、引用管理、报告生成</a:t>
            </a:r>
            <a:endParaRPr lang="zh-CN" altLang="en-US" sz="1400" dirty="0">
              <a:solidFill>
                <a:schemeClr val="tx1">
                  <a:lumMod val="85000"/>
                  <a:lumOff val="15000"/>
                </a:schemeClr>
              </a:solidFill>
              <a:sym typeface="+mn-ea"/>
            </a:endParaRPr>
          </a:p>
        </p:txBody>
      </p:sp>
      <p:sp>
        <p:nvSpPr>
          <p:cNvPr id="3" name="椭圆 44"/>
          <p:cNvSpPr>
            <a:spLocks noChangeAspect="1"/>
          </p:cNvSpPr>
          <p:nvPr>
            <p:custDataLst>
              <p:tags r:id="rId3"/>
            </p:custDataLst>
          </p:nvPr>
        </p:nvSpPr>
        <p:spPr>
          <a:xfrm>
            <a:off x="894118" y="1969913"/>
            <a:ext cx="436451" cy="43645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
        <p:nvSpPr>
          <p:cNvPr id="4" name="圆角矩形 22"/>
          <p:cNvSpPr/>
          <p:nvPr>
            <p:custDataLst>
              <p:tags r:id="rId4"/>
            </p:custDataLst>
          </p:nvPr>
        </p:nvSpPr>
        <p:spPr>
          <a:xfrm>
            <a:off x="701268" y="3074362"/>
            <a:ext cx="5320510" cy="1460333"/>
          </a:xfrm>
          <a:prstGeom prst="roundRect">
            <a:avLst>
              <a:gd name="adj" fmla="val 15204"/>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技术趋势与创新研究</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前沿技术追踪、专利分析、技术路线图生成、创新机会评估</a:t>
            </a:r>
            <a:endParaRPr lang="zh-CN" altLang="en-US" sz="1400" dirty="0">
              <a:solidFill>
                <a:schemeClr val="tx1">
                  <a:lumMod val="85000"/>
                  <a:lumOff val="15000"/>
                </a:schemeClr>
              </a:solidFill>
              <a:sym typeface="+mn-ea"/>
            </a:endParaRPr>
          </a:p>
        </p:txBody>
      </p:sp>
      <p:sp>
        <p:nvSpPr>
          <p:cNvPr id="5" name="椭圆 23"/>
          <p:cNvSpPr>
            <a:spLocks noChangeAspect="1"/>
          </p:cNvSpPr>
          <p:nvPr>
            <p:custDataLst>
              <p:tags r:id="rId5"/>
            </p:custDataLst>
          </p:nvPr>
        </p:nvSpPr>
        <p:spPr>
          <a:xfrm>
            <a:off x="894118" y="3586303"/>
            <a:ext cx="436451" cy="436451"/>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6" name="圆角矩形 25"/>
          <p:cNvSpPr/>
          <p:nvPr>
            <p:custDataLst>
              <p:tags r:id="rId6"/>
            </p:custDataLst>
          </p:nvPr>
        </p:nvSpPr>
        <p:spPr>
          <a:xfrm>
            <a:off x="701268" y="4690751"/>
            <a:ext cx="5320510" cy="1460333"/>
          </a:xfrm>
          <a:prstGeom prst="roundRect">
            <a:avLst>
              <a:gd name="adj" fmla="val 15204"/>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教育培训内容开发</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课程资料准备、教学案例研究、培训材料生成、知识库建设</a:t>
            </a:r>
            <a:endParaRPr lang="zh-CN" altLang="en-US" sz="1400" dirty="0">
              <a:solidFill>
                <a:schemeClr val="tx1">
                  <a:lumMod val="85000"/>
                  <a:lumOff val="15000"/>
                </a:schemeClr>
              </a:solidFill>
              <a:sym typeface="+mn-ea"/>
            </a:endParaRPr>
          </a:p>
        </p:txBody>
      </p:sp>
      <p:sp>
        <p:nvSpPr>
          <p:cNvPr id="7" name="椭圆 26"/>
          <p:cNvSpPr>
            <a:spLocks noChangeAspect="1"/>
          </p:cNvSpPr>
          <p:nvPr>
            <p:custDataLst>
              <p:tags r:id="rId7"/>
            </p:custDataLst>
          </p:nvPr>
        </p:nvSpPr>
        <p:spPr>
          <a:xfrm>
            <a:off x="894118" y="5202693"/>
            <a:ext cx="436451" cy="436451"/>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5</a:t>
            </a:r>
            <a:endParaRPr lang="en-US" altLang="zh-CN" dirty="0">
              <a:solidFill>
                <a:srgbClr val="FFFFFF"/>
              </a:solidFill>
              <a:sym typeface="+mn-ea"/>
            </a:endParaRPr>
          </a:p>
        </p:txBody>
      </p:sp>
      <p:sp>
        <p:nvSpPr>
          <p:cNvPr id="8" name="圆角矩形 37"/>
          <p:cNvSpPr/>
          <p:nvPr>
            <p:custDataLst>
              <p:tags r:id="rId8"/>
            </p:custDataLst>
          </p:nvPr>
        </p:nvSpPr>
        <p:spPr>
          <a:xfrm>
            <a:off x="6170222" y="1457972"/>
            <a:ext cx="5320510" cy="1460333"/>
          </a:xfrm>
          <a:prstGeom prst="roundRect">
            <a:avLst>
              <a:gd name="adj" fmla="val 15204"/>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市场分析与竞争情报</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行业趋势分析、竞品研究、市场机会识别、投资分析报告</a:t>
            </a:r>
            <a:endParaRPr lang="zh-CN" altLang="en-US" sz="1400" dirty="0">
              <a:solidFill>
                <a:schemeClr val="tx1">
                  <a:lumMod val="85000"/>
                  <a:lumOff val="15000"/>
                </a:schemeClr>
              </a:solidFill>
              <a:sym typeface="+mn-ea"/>
            </a:endParaRPr>
          </a:p>
        </p:txBody>
      </p:sp>
      <p:sp>
        <p:nvSpPr>
          <p:cNvPr id="9" name="椭圆 38"/>
          <p:cNvSpPr>
            <a:spLocks noChangeAspect="1"/>
          </p:cNvSpPr>
          <p:nvPr>
            <p:custDataLst>
              <p:tags r:id="rId9"/>
            </p:custDataLst>
          </p:nvPr>
        </p:nvSpPr>
        <p:spPr>
          <a:xfrm>
            <a:off x="6363072" y="1969913"/>
            <a:ext cx="436451" cy="436451"/>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10" name="圆角矩形 40"/>
          <p:cNvSpPr/>
          <p:nvPr>
            <p:custDataLst>
              <p:tags r:id="rId10"/>
            </p:custDataLst>
          </p:nvPr>
        </p:nvSpPr>
        <p:spPr>
          <a:xfrm>
            <a:off x="6170222" y="3074362"/>
            <a:ext cx="5320510" cy="1460333"/>
          </a:xfrm>
          <a:prstGeom prst="roundRect">
            <a:avLst>
              <a:gd name="adj" fmla="val 15204"/>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新闻与内容创作</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热点话题追踪、多角度信息整合、新闻稿生成、内容策划</a:t>
            </a:r>
            <a:endParaRPr lang="zh-CN" altLang="en-US" sz="1400" dirty="0">
              <a:solidFill>
                <a:schemeClr val="tx1">
                  <a:lumMod val="85000"/>
                  <a:lumOff val="15000"/>
                </a:schemeClr>
              </a:solidFill>
              <a:sym typeface="+mn-ea"/>
            </a:endParaRPr>
          </a:p>
        </p:txBody>
      </p:sp>
      <p:sp>
        <p:nvSpPr>
          <p:cNvPr id="11" name="椭圆 41"/>
          <p:cNvSpPr>
            <a:spLocks noChangeAspect="1"/>
          </p:cNvSpPr>
          <p:nvPr>
            <p:custDataLst>
              <p:tags r:id="rId11"/>
            </p:custDataLst>
          </p:nvPr>
        </p:nvSpPr>
        <p:spPr>
          <a:xfrm>
            <a:off x="6363072" y="3586303"/>
            <a:ext cx="436451" cy="436451"/>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
        <p:nvSpPr>
          <p:cNvPr id="12" name="圆角矩形 43"/>
          <p:cNvSpPr/>
          <p:nvPr>
            <p:custDataLst>
              <p:tags r:id="rId12"/>
            </p:custDataLst>
          </p:nvPr>
        </p:nvSpPr>
        <p:spPr>
          <a:xfrm>
            <a:off x="6170222" y="4690751"/>
            <a:ext cx="5320510" cy="1460333"/>
          </a:xfrm>
          <a:prstGeom prst="roundRect">
            <a:avLst>
              <a:gd name="adj" fmla="val 15204"/>
            </a:avLst>
          </a:prstGeom>
          <a:solidFill>
            <a:schemeClr val="lt1">
              <a:lumMod val="100000"/>
              <a:alpha val="10000"/>
            </a:schemeClr>
          </a:solidFill>
          <a:ln>
            <a:gradFill>
              <a:gsLst>
                <a:gs pos="0">
                  <a:schemeClr val="accent6">
                    <a:alpha val="70000"/>
                  </a:schemeClr>
                </a:gs>
                <a:gs pos="100000">
                  <a:schemeClr val="accent6">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720090" tIns="0" rIns="179705"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企业知识管理</a:t>
            </a:r>
            <a:r>
              <a:rPr lang="en-US" altLang="zh-CN" sz="1400" dirty="0">
                <a:solidFill>
                  <a:schemeClr val="tx1">
                    <a:lumMod val="85000"/>
                    <a:lumOff val="15000"/>
                  </a:schemeClr>
                </a:solidFill>
                <a:sym typeface="+mn-ea"/>
              </a:rPr>
              <a:t> - </a:t>
            </a:r>
            <a:r>
              <a:rPr lang="zh-CN" altLang="en-US" sz="1400" dirty="0">
                <a:solidFill>
                  <a:schemeClr val="tx1">
                    <a:lumMod val="85000"/>
                    <a:lumOff val="15000"/>
                  </a:schemeClr>
                </a:solidFill>
                <a:sym typeface="+mn-ea"/>
              </a:rPr>
              <a:t>内部知识整合、专家经验提取、文档自动生成、知识图谱构建</a:t>
            </a:r>
            <a:endParaRPr lang="zh-CN" altLang="en-US" sz="1400" dirty="0">
              <a:solidFill>
                <a:schemeClr val="tx1">
                  <a:lumMod val="85000"/>
                  <a:lumOff val="15000"/>
                </a:schemeClr>
              </a:solidFill>
              <a:sym typeface="+mn-ea"/>
            </a:endParaRPr>
          </a:p>
        </p:txBody>
      </p:sp>
      <p:sp>
        <p:nvSpPr>
          <p:cNvPr id="13" name="椭圆 45"/>
          <p:cNvSpPr>
            <a:spLocks noChangeAspect="1"/>
          </p:cNvSpPr>
          <p:nvPr>
            <p:custDataLst>
              <p:tags r:id="rId13"/>
            </p:custDataLst>
          </p:nvPr>
        </p:nvSpPr>
        <p:spPr>
          <a:xfrm>
            <a:off x="6363072" y="5202693"/>
            <a:ext cx="436451" cy="436451"/>
          </a:xfrm>
          <a:prstGeom prst="ellipse">
            <a:avLst/>
          </a:prstGeom>
          <a:gradFill>
            <a:gsLst>
              <a:gs pos="0">
                <a:schemeClr val="accent6">
                  <a:alpha val="100000"/>
                </a:schemeClr>
              </a:gs>
              <a:gs pos="100000">
                <a:schemeClr val="accent6">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6</a:t>
            </a:r>
            <a:endParaRPr lang="en-US" altLang="zh-CN" dirty="0">
              <a:solidFill>
                <a:srgbClr val="FFFFFF"/>
              </a:solidFill>
              <a:sym typeface="+mn-ea"/>
            </a:endParaRPr>
          </a:p>
        </p:txBody>
      </p:sp>
    </p:spTree>
    <p:custDataLst>
      <p:tags r:id="rId1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custDataLst>
              <p:tags r:id="rId1"/>
            </p:custDataLst>
          </p:nvPr>
        </p:nvSpPr>
        <p:spPr>
          <a:xfrm>
            <a:off x="602584" y="2255581"/>
            <a:ext cx="10979848" cy="540357"/>
          </a:xfrm>
          <a:prstGeom prst="ellipse">
            <a:avLst/>
          </a:prstGeom>
          <a:noFill/>
          <a:ln>
            <a:gradFill>
              <a:gsLst>
                <a:gs pos="33000">
                  <a:schemeClr val="accent1">
                    <a:lumMod val="20000"/>
                    <a:lumOff val="80000"/>
                    <a:alpha val="0"/>
                  </a:schemeClr>
                </a:gs>
                <a:gs pos="100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标题 16"/>
          <p:cNvSpPr>
            <a:spLocks noGrp="1"/>
          </p:cNvSpPr>
          <p:nvPr>
            <p:ph type="title"/>
            <p:custDataLst>
              <p:tags r:id="rId2"/>
            </p:custDataLst>
          </p:nvPr>
        </p:nvSpPr>
        <p:spPr/>
        <p:txBody>
          <a:bodyPr/>
          <a:lstStyle/>
          <a:p>
            <a:r>
              <a:rPr lang="zh-CN" altLang="en-US" dirty="0"/>
              <a:t>业务价值</a:t>
            </a:r>
            <a:endParaRPr lang="zh-CN" altLang="en-US" dirty="0"/>
          </a:p>
        </p:txBody>
      </p:sp>
      <p:sp>
        <p:nvSpPr>
          <p:cNvPr id="7" name="椭圆 6"/>
          <p:cNvSpPr/>
          <p:nvPr>
            <p:custDataLst>
              <p:tags r:id="rId3"/>
            </p:custDataLst>
          </p:nvPr>
        </p:nvSpPr>
        <p:spPr>
          <a:xfrm>
            <a:off x="890224" y="2123508"/>
            <a:ext cx="10405838" cy="540357"/>
          </a:xfrm>
          <a:prstGeom prst="ellipse">
            <a:avLst/>
          </a:prstGeom>
          <a:gradFill flip="none" rotWithShape="1">
            <a:gsLst>
              <a:gs pos="18000">
                <a:schemeClr val="accent1">
                  <a:lumMod val="60000"/>
                  <a:lumOff val="40000"/>
                  <a:alpha val="0"/>
                </a:schemeClr>
              </a:gs>
              <a:gs pos="100000">
                <a:schemeClr val="accent1">
                  <a:lumMod val="80000"/>
                  <a:lumOff val="20000"/>
                  <a:alpha val="3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矩形: 圆角 1"/>
          <p:cNvSpPr/>
          <p:nvPr>
            <p:custDataLst>
              <p:tags r:id="rId4"/>
            </p:custDataLst>
          </p:nvPr>
        </p:nvSpPr>
        <p:spPr>
          <a:xfrm>
            <a:off x="3040222" y="1679031"/>
            <a:ext cx="6110922" cy="626712"/>
          </a:xfrm>
          <a:prstGeom prst="roundRect">
            <a:avLst>
              <a:gd name="adj" fmla="val 50000"/>
            </a:avLst>
          </a:prstGeom>
          <a:gradFill>
            <a:gsLst>
              <a:gs pos="0">
                <a:schemeClr val="accent1">
                  <a:lumMod val="85000"/>
                  <a:lumOff val="15000"/>
                </a:schemeClr>
              </a:gs>
              <a:gs pos="100000">
                <a:schemeClr val="accent1">
                  <a:lumMod val="85000"/>
                </a:schemeClr>
              </a:gs>
            </a:gsLst>
            <a:lin ang="10800000" scaled="1"/>
          </a:gradFill>
        </p:spPr>
        <p:txBody>
          <a:bodyPr wrap="square" lIns="0" tIns="0" rIns="0" bIns="0" rtlCol="0" anchor="ctr" anchorCtr="1">
            <a:noAutofit/>
          </a:bodyPr>
          <a:lstStyle/>
          <a:p>
            <a:pPr algn="ctr">
              <a:spcBef>
                <a:spcPct val="0"/>
              </a:spcBef>
              <a:spcAft>
                <a:spcPct val="0"/>
              </a:spcAft>
            </a:pPr>
            <a:r>
              <a:rPr lang="en-US" altLang="zh-CN" sz="2400" b="1" dirty="0">
                <a:solidFill>
                  <a:srgbClr val="FFFFFF"/>
                </a:solidFill>
                <a:latin typeface="+mn-ea"/>
                <a:cs typeface="+mn-ea"/>
              </a:rPr>
              <a:t>ResercherNexus</a:t>
            </a:r>
            <a:endParaRPr lang="en-US" altLang="zh-CN" sz="2400" b="1" dirty="0">
              <a:solidFill>
                <a:srgbClr val="FFFFFF"/>
              </a:solidFill>
              <a:latin typeface="+mn-ea"/>
              <a:cs typeface="+mn-ea"/>
            </a:endParaRPr>
          </a:p>
        </p:txBody>
      </p:sp>
      <p:sp>
        <p:nvSpPr>
          <p:cNvPr id="31" name="椭圆 30"/>
          <p:cNvSpPr/>
          <p:nvPr>
            <p:custDataLst>
              <p:tags r:id="rId5"/>
            </p:custDataLst>
          </p:nvPr>
        </p:nvSpPr>
        <p:spPr>
          <a:xfrm>
            <a:off x="3144472" y="2698446"/>
            <a:ext cx="92705" cy="92705"/>
          </a:xfrm>
          <a:prstGeom prst="ellipse">
            <a:avLst/>
          </a:prstGeom>
          <a:gradFill>
            <a:gsLst>
              <a:gs pos="0">
                <a:schemeClr val="accent1"/>
              </a:gs>
              <a:gs pos="100000">
                <a:schemeClr val="accent1">
                  <a:lumMod val="75000"/>
                </a:schemeClr>
              </a:gs>
            </a:gsLst>
            <a:lin ang="5400000" scaled="1"/>
          </a:gradFill>
          <a:ln>
            <a:noFill/>
          </a:ln>
          <a:effectLst>
            <a:outerShdw blurRad="152400" sx="102000" sy="102000" algn="ctr"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cxnSp>
        <p:nvCxnSpPr>
          <p:cNvPr id="33" name="直接连接符 32"/>
          <p:cNvCxnSpPr>
            <a:stCxn id="31" idx="4"/>
          </p:cNvCxnSpPr>
          <p:nvPr>
            <p:custDataLst>
              <p:tags r:id="rId6"/>
            </p:custDataLst>
          </p:nvPr>
        </p:nvCxnSpPr>
        <p:spPr>
          <a:xfrm>
            <a:off x="3190825" y="2791151"/>
            <a:ext cx="0" cy="309280"/>
          </a:xfrm>
          <a:prstGeom prst="line">
            <a:avLst/>
          </a:prstGeom>
          <a:ln w="19050">
            <a:gradFill>
              <a:gsLst>
                <a:gs pos="96000">
                  <a:srgbClr val="FFFFFF">
                    <a:alpha val="0"/>
                  </a:srgbClr>
                </a:gs>
                <a:gs pos="0">
                  <a:schemeClr val="accent1">
                    <a:alpha val="5000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4" name="矩形 33"/>
          <p:cNvSpPr/>
          <p:nvPr>
            <p:custDataLst>
              <p:tags r:id="rId7"/>
            </p:custDataLst>
          </p:nvPr>
        </p:nvSpPr>
        <p:spPr>
          <a:xfrm>
            <a:off x="2099836" y="3025161"/>
            <a:ext cx="2181746" cy="339707"/>
          </a:xfrm>
          <a:prstGeom prst="rect">
            <a:avLst/>
          </a:prstGeom>
          <a:noFill/>
        </p:spPr>
        <p:txBody>
          <a:bodyPr wrap="square" lIns="0" tIns="0" rIns="0" bIns="0" rtlCol="0" anchor="b">
            <a:noAutofit/>
          </a:bodyPr>
          <a:lstStyle/>
          <a:p>
            <a:pPr algn="ctr">
              <a:spcBef>
                <a:spcPct val="0"/>
              </a:spcBef>
              <a:spcAft>
                <a:spcPct val="0"/>
              </a:spcAft>
            </a:pPr>
            <a:r>
              <a:rPr lang="zh-CN" altLang="en-US" sz="2050" b="1" i="0" dirty="0">
                <a:effectLst/>
                <a:latin typeface="+mn-ea"/>
              </a:rPr>
              <a:t>业务价值</a:t>
            </a:r>
            <a:endParaRPr lang="zh-CN" altLang="en-US" sz="2050" b="1" i="0" dirty="0">
              <a:effectLst/>
              <a:latin typeface="+mn-ea"/>
            </a:endParaRPr>
          </a:p>
        </p:txBody>
      </p:sp>
      <p:sp>
        <p:nvSpPr>
          <p:cNvPr id="35" name="矩形: 圆角 34"/>
          <p:cNvSpPr/>
          <p:nvPr>
            <p:custDataLst>
              <p:tags r:id="rId8"/>
            </p:custDataLst>
          </p:nvPr>
        </p:nvSpPr>
        <p:spPr>
          <a:xfrm>
            <a:off x="606393" y="3495037"/>
            <a:ext cx="5168631" cy="2764646"/>
          </a:xfrm>
          <a:prstGeom prst="roundRect">
            <a:avLst>
              <a:gd name="adj" fmla="val 8537"/>
            </a:avLst>
          </a:prstGeom>
          <a:noFill/>
          <a:ln w="15875">
            <a:gradFill flip="none" rotWithShape="1">
              <a:gsLst>
                <a:gs pos="0">
                  <a:schemeClr val="accent1">
                    <a:alpha val="75000"/>
                  </a:schemeClr>
                </a:gs>
                <a:gs pos="100000">
                  <a:schemeClr val="accent1">
                    <a:alpha val="1600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288274" tIns="179695" rIns="288274" bIns="71751" rtlCol="0" anchor="t"/>
          <a:lstStyle/>
          <a:p>
            <a:pPr>
              <a:spcAft>
                <a:spcPts val="600"/>
              </a:spcAft>
              <a:defRPr sz="1400">
                <a:solidFill>
                  <a:srgbClr val="1F2937"/>
                </a:solidFill>
              </a:defRPr>
            </a:pPr>
            <a:r>
              <a:rPr sz="1570">
                <a:sym typeface="+mn-ea"/>
              </a:rPr>
              <a:t>● 研究时间缩短70-90%</a:t>
            </a:r>
            <a:endParaRPr sz="1570">
              <a:sym typeface="+mn-ea"/>
            </a:endParaRPr>
          </a:p>
          <a:p>
            <a:pPr>
              <a:spcAft>
                <a:spcPts val="600"/>
              </a:spcAft>
              <a:defRPr sz="1400">
                <a:solidFill>
                  <a:srgbClr val="1F2937"/>
                </a:solidFill>
              </a:defRPr>
            </a:pPr>
            <a:r>
              <a:rPr sz="1570">
                <a:sym typeface="+mn-ea"/>
              </a:rPr>
              <a:t>● 信息收集自动化</a:t>
            </a:r>
            <a:endParaRPr sz="1570">
              <a:sym typeface="+mn-ea"/>
            </a:endParaRPr>
          </a:p>
          <a:p>
            <a:pPr>
              <a:spcAft>
                <a:spcPts val="600"/>
              </a:spcAft>
              <a:defRPr sz="1400">
                <a:solidFill>
                  <a:srgbClr val="1F2937"/>
                </a:solidFill>
              </a:defRPr>
            </a:pPr>
            <a:r>
              <a:rPr sz="1570">
                <a:sym typeface="+mn-ea"/>
              </a:rPr>
              <a:t>● 报告生成一键完成</a:t>
            </a:r>
            <a:endParaRPr sz="1570">
              <a:sym typeface="+mn-ea"/>
            </a:endParaRPr>
          </a:p>
          <a:p>
            <a:pPr>
              <a:spcAft>
                <a:spcPts val="600"/>
              </a:spcAft>
              <a:defRPr sz="1400">
                <a:solidFill>
                  <a:srgbClr val="1F2937"/>
                </a:solidFill>
              </a:defRPr>
            </a:pPr>
            <a:r>
              <a:rPr sz="1570">
                <a:sym typeface="+mn-ea"/>
              </a:rPr>
              <a:t>● 多任务并行处理</a:t>
            </a:r>
            <a:endParaRPr sz="1570">
              <a:sym typeface="+mn-ea"/>
            </a:endParaRPr>
          </a:p>
          <a:p>
            <a:pPr>
              <a:spcAft>
                <a:spcPts val="600"/>
              </a:spcAft>
              <a:defRPr sz="1400">
                <a:solidFill>
                  <a:srgbClr val="1F2937"/>
                </a:solidFill>
              </a:defRPr>
            </a:pPr>
            <a:r>
              <a:rPr sz="1570">
                <a:sym typeface="+mn-ea"/>
              </a:rPr>
              <a:t>● 7×24小时不间断工作</a:t>
            </a:r>
            <a:endParaRPr lang="zh-CN" altLang="en-US" sz="1570" spc="20" dirty="0">
              <a:solidFill>
                <a:schemeClr val="tx1">
                  <a:lumMod val="85000"/>
                  <a:lumOff val="15000"/>
                </a:schemeClr>
              </a:solidFill>
              <a:latin typeface="+mn-ea"/>
              <a:cs typeface="+mn-ea"/>
              <a:sym typeface="+mn-ea"/>
            </a:endParaRPr>
          </a:p>
        </p:txBody>
      </p:sp>
      <p:sp>
        <p:nvSpPr>
          <p:cNvPr id="37" name="椭圆 36"/>
          <p:cNvSpPr/>
          <p:nvPr>
            <p:custDataLst>
              <p:tags r:id="rId9"/>
            </p:custDataLst>
          </p:nvPr>
        </p:nvSpPr>
        <p:spPr>
          <a:xfrm>
            <a:off x="8939581" y="2687017"/>
            <a:ext cx="92705" cy="92705"/>
          </a:xfrm>
          <a:prstGeom prst="ellipse">
            <a:avLst/>
          </a:prstGeom>
          <a:gradFill>
            <a:gsLst>
              <a:gs pos="0">
                <a:schemeClr val="accent1"/>
              </a:gs>
              <a:gs pos="100000">
                <a:schemeClr val="accent1">
                  <a:lumMod val="75000"/>
                </a:schemeClr>
              </a:gs>
            </a:gsLst>
            <a:lin ang="5400000" scaled="1"/>
          </a:gradFill>
          <a:ln>
            <a:noFill/>
          </a:ln>
          <a:effectLst>
            <a:outerShdw blurRad="152400" sx="102000" sy="102000" algn="ctr"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cxnSp>
        <p:nvCxnSpPr>
          <p:cNvPr id="38" name="直接连接符 37"/>
          <p:cNvCxnSpPr>
            <a:stCxn id="37" idx="4"/>
          </p:cNvCxnSpPr>
          <p:nvPr>
            <p:custDataLst>
              <p:tags r:id="rId10"/>
            </p:custDataLst>
          </p:nvPr>
        </p:nvCxnSpPr>
        <p:spPr>
          <a:xfrm>
            <a:off x="8985934" y="2779722"/>
            <a:ext cx="0" cy="309280"/>
          </a:xfrm>
          <a:prstGeom prst="line">
            <a:avLst/>
          </a:prstGeom>
          <a:ln w="19050">
            <a:gradFill>
              <a:gsLst>
                <a:gs pos="96000">
                  <a:srgbClr val="FFFFFF">
                    <a:alpha val="0"/>
                  </a:srgbClr>
                </a:gs>
                <a:gs pos="0">
                  <a:schemeClr val="accent1">
                    <a:alpha val="5000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9" name="矩形 38"/>
          <p:cNvSpPr/>
          <p:nvPr>
            <p:custDataLst>
              <p:tags r:id="rId11"/>
            </p:custDataLst>
          </p:nvPr>
        </p:nvSpPr>
        <p:spPr>
          <a:xfrm>
            <a:off x="7895179" y="3013732"/>
            <a:ext cx="2181746" cy="339707"/>
          </a:xfrm>
          <a:prstGeom prst="rect">
            <a:avLst/>
          </a:prstGeom>
          <a:noFill/>
        </p:spPr>
        <p:txBody>
          <a:bodyPr wrap="square" lIns="0" tIns="0" rIns="0" bIns="0" rtlCol="0" anchor="b">
            <a:noAutofit/>
          </a:bodyPr>
          <a:lstStyle/>
          <a:p>
            <a:pPr algn="ctr">
              <a:spcBef>
                <a:spcPct val="0"/>
              </a:spcBef>
              <a:spcAft>
                <a:spcPct val="0"/>
              </a:spcAft>
            </a:pPr>
            <a:r>
              <a:rPr lang="zh-CN" altLang="en-US" sz="2050" b="1" i="0" dirty="0">
                <a:effectLst/>
                <a:latin typeface="+mn-ea"/>
              </a:rPr>
              <a:t>质量保障</a:t>
            </a:r>
            <a:endParaRPr lang="zh-CN" altLang="en-US" sz="2050" b="1" i="0" dirty="0">
              <a:effectLst/>
              <a:latin typeface="+mn-ea"/>
            </a:endParaRPr>
          </a:p>
        </p:txBody>
      </p:sp>
      <p:sp>
        <p:nvSpPr>
          <p:cNvPr id="40" name="矩形: 圆角 39"/>
          <p:cNvSpPr/>
          <p:nvPr>
            <p:custDataLst>
              <p:tags r:id="rId12"/>
            </p:custDataLst>
          </p:nvPr>
        </p:nvSpPr>
        <p:spPr>
          <a:xfrm>
            <a:off x="6401737" y="3495037"/>
            <a:ext cx="5168631" cy="2764646"/>
          </a:xfrm>
          <a:prstGeom prst="roundRect">
            <a:avLst>
              <a:gd name="adj" fmla="val 8537"/>
            </a:avLst>
          </a:prstGeom>
          <a:noFill/>
          <a:ln w="15875">
            <a:gradFill flip="none" rotWithShape="1">
              <a:gsLst>
                <a:gs pos="0">
                  <a:schemeClr val="accent1">
                    <a:alpha val="75000"/>
                  </a:schemeClr>
                </a:gs>
                <a:gs pos="100000">
                  <a:schemeClr val="accent1">
                    <a:alpha val="1600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288274" tIns="179695" rIns="288274" bIns="71751" rtlCol="0" anchor="t"/>
          <a:lstStyle/>
          <a:p>
            <a:pPr>
              <a:spcAft>
                <a:spcPts val="600"/>
              </a:spcAft>
              <a:defRPr sz="1400">
                <a:solidFill>
                  <a:srgbClr val="1F2937"/>
                </a:solidFill>
              </a:defRPr>
            </a:pPr>
            <a:r>
              <a:rPr sz="1570">
                <a:sym typeface="+mn-ea"/>
              </a:rPr>
              <a:t>● 多源交叉验证</a:t>
            </a:r>
            <a:endParaRPr sz="1570">
              <a:sym typeface="+mn-ea"/>
            </a:endParaRPr>
          </a:p>
          <a:p>
            <a:pPr>
              <a:spcAft>
                <a:spcPts val="600"/>
              </a:spcAft>
              <a:defRPr sz="1400">
                <a:solidFill>
                  <a:srgbClr val="1F2937"/>
                </a:solidFill>
              </a:defRPr>
            </a:pPr>
            <a:r>
              <a:rPr sz="1570">
                <a:sym typeface="+mn-ea"/>
              </a:rPr>
              <a:t>● 自动引用标注</a:t>
            </a:r>
            <a:endParaRPr sz="1570">
              <a:sym typeface="+mn-ea"/>
            </a:endParaRPr>
          </a:p>
          <a:p>
            <a:pPr>
              <a:spcAft>
                <a:spcPts val="600"/>
              </a:spcAft>
              <a:defRPr sz="1400">
                <a:solidFill>
                  <a:srgbClr val="1F2937"/>
                </a:solidFill>
              </a:defRPr>
            </a:pPr>
            <a:r>
              <a:rPr sz="1570">
                <a:sym typeface="+mn-ea"/>
              </a:rPr>
              <a:t>● 结构化内容输出</a:t>
            </a:r>
            <a:endParaRPr sz="1570">
              <a:sym typeface="+mn-ea"/>
            </a:endParaRPr>
          </a:p>
          <a:p>
            <a:pPr>
              <a:spcAft>
                <a:spcPts val="600"/>
              </a:spcAft>
              <a:defRPr sz="1400">
                <a:solidFill>
                  <a:srgbClr val="1F2937"/>
                </a:solidFill>
              </a:defRPr>
            </a:pPr>
            <a:r>
              <a:rPr sz="1570">
                <a:sym typeface="+mn-ea"/>
              </a:rPr>
              <a:t>● 减少人为疏漏</a:t>
            </a:r>
            <a:endParaRPr sz="1570">
              <a:sym typeface="+mn-ea"/>
            </a:endParaRPr>
          </a:p>
          <a:p>
            <a:pPr>
              <a:spcAft>
                <a:spcPts val="600"/>
              </a:spcAft>
              <a:defRPr sz="1400">
                <a:solidFill>
                  <a:srgbClr val="1F2937"/>
                </a:solidFill>
              </a:defRPr>
            </a:pPr>
            <a:r>
              <a:rPr sz="1570">
                <a:sym typeface="+mn-ea"/>
              </a:rPr>
              <a:t>● 标准化研究流程</a:t>
            </a:r>
            <a:endParaRPr lang="zh-CN" altLang="en-US" sz="1570" spc="20" dirty="0">
              <a:solidFill>
                <a:schemeClr val="tx1">
                  <a:lumMod val="85000"/>
                  <a:lumOff val="15000"/>
                </a:schemeClr>
              </a:solidFill>
              <a:latin typeface="+mn-ea"/>
              <a:cs typeface="+mn-ea"/>
              <a:sym typeface="+mn-ea"/>
            </a:endParaRPr>
          </a:p>
        </p:txBody>
      </p:sp>
    </p:spTree>
    <p:custDataLst>
      <p:tags r:id="rId1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058400" cy="914400"/>
          </a:xfrm>
          <a:prstGeom prst="rect">
            <a:avLst/>
          </a:prstGeom>
          <a:noFill/>
        </p:spPr>
        <p:txBody>
          <a:bodyPr wrap="none">
            <a:spAutoFit/>
          </a:bodyPr>
          <a:lstStyle/>
          <a:p>
            <a:pPr>
              <a:defRPr sz="4800" b="1">
                <a:solidFill>
                  <a:srgbClr val="FFFFFF"/>
                </a:solidFill>
              </a:defRPr>
            </a:pPr>
            <a:r>
              <a:t>06  项目成果与展望</a:t>
            </a:r>
          </a:p>
        </p:txBody>
      </p:sp>
      <p:sp>
        <p:nvSpPr>
          <p:cNvPr id="4" name="TextBox 3"/>
          <p:cNvSpPr txBox="1"/>
          <p:nvPr/>
        </p:nvSpPr>
        <p:spPr>
          <a:xfrm>
            <a:off x="731520" y="3657600"/>
            <a:ext cx="10058400" cy="548640"/>
          </a:xfrm>
          <a:prstGeom prst="rect">
            <a:avLst/>
          </a:prstGeom>
          <a:noFill/>
        </p:spPr>
        <p:txBody>
          <a:bodyPr wrap="none">
            <a:spAutoFit/>
          </a:bodyPr>
          <a:lstStyle/>
          <a:p>
            <a:pPr>
              <a:defRPr sz="2000">
                <a:solidFill>
                  <a:srgbClr val="BFDBFE"/>
                </a:solidFill>
              </a:defRPr>
            </a:pPr>
            <a:r>
              <a:t>ACHIEVEMENTS &amp; ROADMAP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当前项目成果</a:t>
            </a:r>
            <a:endParaRPr lang="zh-CN" altLang="en-US"/>
          </a:p>
        </p:txBody>
      </p:sp>
      <p:sp>
        <p:nvSpPr>
          <p:cNvPr id="61" name="正文"/>
          <p:cNvSpPr txBox="1"/>
          <p:nvPr>
            <p:custDataLst>
              <p:tags r:id="rId2"/>
            </p:custDataLst>
          </p:nvPr>
        </p:nvSpPr>
        <p:spPr>
          <a:xfrm>
            <a:off x="766916" y="1714860"/>
            <a:ext cx="2356650" cy="1570889"/>
          </a:xfrm>
          <a:prstGeom prst="rect">
            <a:avLst/>
          </a:prstGeom>
          <a:noFill/>
        </p:spPr>
        <p:txBody>
          <a:bodyPr wrap="square" lIns="0" tIns="0" rIns="0" bIns="0" rtlCol="0" anchor="t" anchorCtr="0">
            <a:noAutofit/>
          </a:bodyPr>
          <a:lstStyle/>
          <a:p>
            <a:pPr indent="0" algn="l" fontAlgn="auto">
              <a:lnSpc>
                <a:spcPts val="2280"/>
              </a:lnSpc>
            </a:pPr>
            <a:r>
              <a:rPr lang="zh-CN" altLang="en-US" sz="1400" spc="150" dirty="0">
                <a:solidFill>
                  <a:schemeClr val="tx1">
                    <a:lumMod val="85000"/>
                    <a:lumOff val="15000"/>
                  </a:schemeClr>
                </a:solidFill>
                <a:uFillTx/>
                <a:latin typeface="Arial" panose="020B0604020202020204" pitchFamily="34" charset="0"/>
                <a:sym typeface="+mn-ea"/>
              </a:rPr>
              <a:t>完整的多代理协作系统</a:t>
            </a:r>
            <a:r>
              <a:rPr lang="en-US" altLang="zh-CN" sz="1400" spc="150" dirty="0">
                <a:solidFill>
                  <a:schemeClr val="tx1">
                    <a:lumMod val="85000"/>
                    <a:lumOff val="15000"/>
                  </a:schemeClr>
                </a:solidFill>
                <a:uFillTx/>
                <a:latin typeface="Arial" panose="020B0604020202020204" pitchFamily="34" charset="0"/>
                <a:sym typeface="+mn-ea"/>
              </a:rPr>
              <a:t> - 5</a:t>
            </a:r>
            <a:r>
              <a:rPr lang="zh-CN" altLang="en-US" sz="1400" spc="150" dirty="0">
                <a:solidFill>
                  <a:schemeClr val="tx1">
                    <a:lumMod val="85000"/>
                    <a:lumOff val="15000"/>
                  </a:schemeClr>
                </a:solidFill>
                <a:uFillTx/>
                <a:latin typeface="Arial" panose="020B0604020202020204" pitchFamily="34" charset="0"/>
                <a:sym typeface="+mn-ea"/>
              </a:rPr>
              <a:t>种专业代理角色</a:t>
            </a:r>
            <a:r>
              <a:rPr lang="en-US" altLang="zh-CN" sz="1400" spc="150" dirty="0">
                <a:solidFill>
                  <a:schemeClr val="tx1">
                    <a:lumMod val="85000"/>
                    <a:lumOff val="15000"/>
                  </a:schemeClr>
                </a:solidFill>
                <a:uFillTx/>
                <a:latin typeface="Arial" panose="020B0604020202020204" pitchFamily="34" charset="0"/>
                <a:sym typeface="+mn-ea"/>
              </a:rPr>
              <a:t>,</a:t>
            </a:r>
            <a:r>
              <a:rPr lang="zh-CN" altLang="en-US" sz="1400" spc="150" dirty="0">
                <a:solidFill>
                  <a:schemeClr val="tx1">
                    <a:lumMod val="85000"/>
                    <a:lumOff val="15000"/>
                  </a:schemeClr>
                </a:solidFill>
                <a:uFillTx/>
                <a:latin typeface="Arial" panose="020B0604020202020204" pitchFamily="34" charset="0"/>
                <a:sym typeface="+mn-ea"/>
              </a:rPr>
              <a:t>基于</a:t>
            </a:r>
            <a:r>
              <a:rPr lang="en-US" altLang="zh-CN" sz="1400" spc="150" dirty="0">
                <a:solidFill>
                  <a:schemeClr val="tx1">
                    <a:lumMod val="85000"/>
                    <a:lumOff val="15000"/>
                  </a:schemeClr>
                </a:solidFill>
                <a:uFillTx/>
                <a:latin typeface="Arial" panose="020B0604020202020204" pitchFamily="34" charset="0"/>
                <a:sym typeface="+mn-ea"/>
              </a:rPr>
              <a:t>LangGraph</a:t>
            </a:r>
            <a:r>
              <a:rPr lang="zh-CN" altLang="en-US" sz="1400" spc="150" dirty="0">
                <a:solidFill>
                  <a:schemeClr val="tx1">
                    <a:lumMod val="85000"/>
                    <a:lumOff val="15000"/>
                  </a:schemeClr>
                </a:solidFill>
                <a:uFillTx/>
                <a:latin typeface="Arial" panose="020B0604020202020204" pitchFamily="34" charset="0"/>
                <a:sym typeface="+mn-ea"/>
              </a:rPr>
              <a:t>的工作流引擎</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69" name="正文"/>
          <p:cNvSpPr txBox="1"/>
          <p:nvPr>
            <p:custDataLst>
              <p:tags r:id="rId3"/>
            </p:custDataLst>
          </p:nvPr>
        </p:nvSpPr>
        <p:spPr>
          <a:xfrm>
            <a:off x="962881" y="4341676"/>
            <a:ext cx="2208250" cy="1495420"/>
          </a:xfrm>
          <a:prstGeom prst="rect">
            <a:avLst/>
          </a:prstGeom>
          <a:noFill/>
        </p:spPr>
        <p:txBody>
          <a:bodyPr wrap="square" lIns="0" tIns="0" rIns="0" bIns="0" rtlCol="0" anchor="t" anchorCtr="0">
            <a:noAutofit/>
          </a:bodyPr>
          <a:lstStyle/>
          <a:p>
            <a:pPr lvl="0" algn="l">
              <a:lnSpc>
                <a:spcPts val="2280"/>
              </a:lnSpc>
              <a:buClrTx/>
              <a:buSzTx/>
              <a:buFontTx/>
            </a:pPr>
            <a:r>
              <a:rPr lang="zh-CN" altLang="en-US" sz="1400" spc="150" dirty="0">
                <a:solidFill>
                  <a:schemeClr val="tx1">
                    <a:lumMod val="85000"/>
                    <a:lumOff val="15000"/>
                  </a:schemeClr>
                </a:solidFill>
                <a:uFillTx/>
                <a:latin typeface="Arial" panose="020B0604020202020204" pitchFamily="34" charset="0"/>
                <a:sym typeface="+mn-ea"/>
              </a:rPr>
              <a:t>丰富的工具集成</a:t>
            </a:r>
            <a:r>
              <a:rPr lang="en-US" altLang="zh-CN" sz="1400" spc="150" dirty="0">
                <a:solidFill>
                  <a:schemeClr val="tx1">
                    <a:lumMod val="85000"/>
                    <a:lumOff val="15000"/>
                  </a:schemeClr>
                </a:solidFill>
                <a:uFillTx/>
                <a:latin typeface="Arial" panose="020B0604020202020204" pitchFamily="34" charset="0"/>
                <a:sym typeface="+mn-ea"/>
              </a:rPr>
              <a:t> - </a:t>
            </a:r>
            <a:r>
              <a:rPr lang="zh-CN" altLang="en-US" sz="1400" spc="150" dirty="0">
                <a:solidFill>
                  <a:schemeClr val="tx1">
                    <a:lumMod val="85000"/>
                    <a:lumOff val="15000"/>
                  </a:schemeClr>
                </a:solidFill>
                <a:uFillTx/>
                <a:latin typeface="Arial" panose="020B0604020202020204" pitchFamily="34" charset="0"/>
                <a:sym typeface="+mn-ea"/>
              </a:rPr>
              <a:t>支持</a:t>
            </a:r>
            <a:r>
              <a:rPr lang="en-US" altLang="zh-CN" sz="1400" spc="150" dirty="0">
                <a:solidFill>
                  <a:schemeClr val="tx1">
                    <a:lumMod val="85000"/>
                    <a:lumOff val="15000"/>
                  </a:schemeClr>
                </a:solidFill>
                <a:uFillTx/>
                <a:latin typeface="Arial" panose="020B0604020202020204" pitchFamily="34" charset="0"/>
                <a:sym typeface="+mn-ea"/>
              </a:rPr>
              <a:t>4</a:t>
            </a:r>
            <a:r>
              <a:rPr lang="zh-CN" altLang="en-US" sz="1400" spc="150" dirty="0">
                <a:solidFill>
                  <a:schemeClr val="tx1">
                    <a:lumMod val="85000"/>
                    <a:lumOff val="15000"/>
                  </a:schemeClr>
                </a:solidFill>
                <a:uFillTx/>
                <a:latin typeface="Arial" panose="020B0604020202020204" pitchFamily="34" charset="0"/>
                <a:sym typeface="+mn-ea"/>
              </a:rPr>
              <a:t>种搜索引擎、</a:t>
            </a:r>
            <a:r>
              <a:rPr lang="en-US" altLang="zh-CN" sz="1400" spc="150" dirty="0">
                <a:solidFill>
                  <a:schemeClr val="tx1">
                    <a:lumMod val="85000"/>
                    <a:lumOff val="15000"/>
                  </a:schemeClr>
                </a:solidFill>
                <a:uFillTx/>
                <a:latin typeface="Arial" panose="020B0604020202020204" pitchFamily="34" charset="0"/>
                <a:sym typeface="+mn-ea"/>
              </a:rPr>
              <a:t>2</a:t>
            </a:r>
            <a:r>
              <a:rPr lang="zh-CN" altLang="en-US" sz="1400" spc="150" dirty="0">
                <a:solidFill>
                  <a:schemeClr val="tx1">
                    <a:lumMod val="85000"/>
                    <a:lumOff val="15000"/>
                  </a:schemeClr>
                </a:solidFill>
                <a:uFillTx/>
                <a:latin typeface="Arial" panose="020B0604020202020204" pitchFamily="34" charset="0"/>
                <a:sym typeface="+mn-ea"/>
              </a:rPr>
              <a:t>种网页爬取工具、</a:t>
            </a:r>
            <a:r>
              <a:rPr lang="en-US" altLang="zh-CN" sz="1400" spc="150" dirty="0">
                <a:solidFill>
                  <a:schemeClr val="tx1">
                    <a:lumMod val="85000"/>
                    <a:lumOff val="15000"/>
                  </a:schemeClr>
                </a:solidFill>
                <a:uFillTx/>
                <a:latin typeface="Arial" panose="020B0604020202020204" pitchFamily="34" charset="0"/>
                <a:sym typeface="+mn-ea"/>
              </a:rPr>
              <a:t>Python</a:t>
            </a:r>
            <a:r>
              <a:rPr lang="zh-CN" altLang="en-US" sz="1400" spc="150" dirty="0">
                <a:solidFill>
                  <a:schemeClr val="tx1">
                    <a:lumMod val="85000"/>
                    <a:lumOff val="15000"/>
                  </a:schemeClr>
                </a:solidFill>
                <a:uFillTx/>
                <a:latin typeface="Arial" panose="020B0604020202020204" pitchFamily="34" charset="0"/>
                <a:sym typeface="+mn-ea"/>
              </a:rPr>
              <a:t>代码执行环境</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11" name="任意多边形: 形状 6"/>
          <p:cNvSpPr/>
          <p:nvPr>
            <p:custDataLst>
              <p:tags r:id="rId4"/>
            </p:custDataLst>
          </p:nvPr>
        </p:nvSpPr>
        <p:spPr>
          <a:xfrm>
            <a:off x="772624" y="3559719"/>
            <a:ext cx="2351577" cy="438860"/>
          </a:xfrm>
          <a:custGeom>
            <a:avLst/>
            <a:gdLst>
              <a:gd name="connsiteX0" fmla="*/ 0 w 2607564"/>
              <a:gd name="connsiteY0" fmla="*/ 0 h 572738"/>
              <a:gd name="connsiteX1" fmla="*/ 1058704 w 2607564"/>
              <a:gd name="connsiteY1" fmla="*/ 0 h 572738"/>
              <a:gd name="connsiteX2" fmla="*/ 1194530 w 2607564"/>
              <a:gd name="connsiteY2" fmla="*/ 71628 h 572738"/>
              <a:gd name="connsiteX3" fmla="*/ 1488377 w 2607564"/>
              <a:gd name="connsiteY3" fmla="*/ 501110 h 572738"/>
              <a:gd name="connsiteX4" fmla="*/ 1624203 w 2607564"/>
              <a:gd name="connsiteY4" fmla="*/ 572738 h 572738"/>
              <a:gd name="connsiteX5" fmla="*/ 2607564 w 2607564"/>
              <a:gd name="connsiteY5" fmla="*/ 572738 h 5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7564" h="572738">
                <a:moveTo>
                  <a:pt x="0" y="0"/>
                </a:moveTo>
                <a:lnTo>
                  <a:pt x="1058704" y="0"/>
                </a:lnTo>
                <a:cubicBezTo>
                  <a:pt x="1113025" y="-17"/>
                  <a:pt x="1163860" y="26788"/>
                  <a:pt x="1194530" y="71628"/>
                </a:cubicBezTo>
                <a:lnTo>
                  <a:pt x="1488377" y="501110"/>
                </a:lnTo>
                <a:cubicBezTo>
                  <a:pt x="1519038" y="545964"/>
                  <a:pt x="1569873" y="572776"/>
                  <a:pt x="1624203" y="572738"/>
                </a:cubicBezTo>
                <a:lnTo>
                  <a:pt x="2607564" y="572738"/>
                </a:lnTo>
              </a:path>
            </a:pathLst>
          </a:custGeom>
          <a:noFill/>
          <a:ln w="38100" cap="rnd">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39" name="直接连接符 38"/>
          <p:cNvCxnSpPr/>
          <p:nvPr>
            <p:custDataLst>
              <p:tags r:id="rId5"/>
            </p:custDataLst>
          </p:nvPr>
        </p:nvCxnSpPr>
        <p:spPr>
          <a:xfrm flipV="1">
            <a:off x="3134982" y="1712323"/>
            <a:ext cx="3171" cy="2286255"/>
          </a:xfrm>
          <a:prstGeom prst="line">
            <a:avLst/>
          </a:prstGeom>
          <a:ln>
            <a:gradFill>
              <a:gsLst>
                <a:gs pos="6000">
                  <a:schemeClr val="accent1">
                    <a:lumMod val="20000"/>
                    <a:lumOff val="80000"/>
                    <a:alpha val="0"/>
                  </a:schemeClr>
                </a:gs>
                <a:gs pos="67000">
                  <a:schemeClr val="accent1">
                    <a:alpha val="86000"/>
                  </a:schemeClr>
                </a:gs>
              </a:gsLst>
              <a:lin ang="18000000" scaled="1"/>
            </a:gradFill>
          </a:ln>
        </p:spPr>
        <p:style>
          <a:lnRef idx="2">
            <a:schemeClr val="accent1"/>
          </a:lnRef>
          <a:fillRef idx="0">
            <a:srgbClr val="FFFFFF"/>
          </a:fillRef>
          <a:effectRef idx="0">
            <a:srgbClr val="FFFFFF"/>
          </a:effectRef>
          <a:fontRef idx="minor">
            <a:schemeClr val="tx1"/>
          </a:fontRef>
        </p:style>
      </p:cxnSp>
      <p:sp>
        <p:nvSpPr>
          <p:cNvPr id="46" name="正文"/>
          <p:cNvSpPr txBox="1"/>
          <p:nvPr>
            <p:custDataLst>
              <p:tags r:id="rId6"/>
            </p:custDataLst>
          </p:nvPr>
        </p:nvSpPr>
        <p:spPr>
          <a:xfrm>
            <a:off x="3591599" y="1699640"/>
            <a:ext cx="2205079" cy="1586109"/>
          </a:xfrm>
          <a:prstGeom prst="rect">
            <a:avLst/>
          </a:prstGeom>
          <a:noFill/>
        </p:spPr>
        <p:txBody>
          <a:bodyPr wrap="square" lIns="0" tIns="0" rIns="0" bIns="0" rtlCol="0" anchor="t" anchorCtr="0">
            <a:noAutofit/>
          </a:bodyPr>
          <a:lstStyle/>
          <a:p>
            <a:pPr indent="0" algn="l" fontAlgn="auto">
              <a:lnSpc>
                <a:spcPts val="2280"/>
              </a:lnSpc>
            </a:pPr>
            <a:r>
              <a:rPr lang="en-US" altLang="en-US" sz="1400" spc="150" dirty="0">
                <a:solidFill>
                  <a:schemeClr val="tx1">
                    <a:lumMod val="85000"/>
                    <a:lumOff val="15000"/>
                  </a:schemeClr>
                </a:solidFill>
                <a:uFillTx/>
                <a:latin typeface="Arial" panose="020B0604020202020204" pitchFamily="34" charset="0"/>
                <a:sym typeface="+mn-ea"/>
              </a:rPr>
              <a:t>MCP</a:t>
            </a:r>
            <a:r>
              <a:rPr lang="zh-CN" altLang="en-US" sz="1400" spc="150" dirty="0">
                <a:solidFill>
                  <a:schemeClr val="tx1">
                    <a:lumMod val="85000"/>
                    <a:lumOff val="15000"/>
                  </a:schemeClr>
                </a:solidFill>
                <a:uFillTx/>
                <a:latin typeface="Arial" panose="020B0604020202020204" pitchFamily="34" charset="0"/>
                <a:sym typeface="+mn-ea"/>
              </a:rPr>
              <a:t>协议完整支持</a:t>
            </a:r>
            <a:r>
              <a:rPr lang="en-US" altLang="zh-CN" sz="1400" spc="150" dirty="0">
                <a:solidFill>
                  <a:schemeClr val="tx1">
                    <a:lumMod val="85000"/>
                    <a:lumOff val="15000"/>
                  </a:schemeClr>
                </a:solidFill>
                <a:uFillTx/>
                <a:latin typeface="Arial" panose="020B0604020202020204" pitchFamily="34" charset="0"/>
                <a:sym typeface="+mn-ea"/>
              </a:rPr>
              <a:t> - </a:t>
            </a:r>
            <a:r>
              <a:rPr lang="zh-CN" altLang="en-US" sz="1400" spc="150" dirty="0">
                <a:solidFill>
                  <a:schemeClr val="tx1">
                    <a:lumMod val="85000"/>
                    <a:lumOff val="15000"/>
                  </a:schemeClr>
                </a:solidFill>
                <a:uFillTx/>
                <a:latin typeface="Arial" panose="020B0604020202020204" pitchFamily="34" charset="0"/>
                <a:sym typeface="+mn-ea"/>
              </a:rPr>
              <a:t>标准化外部工具集成</a:t>
            </a:r>
            <a:r>
              <a:rPr lang="en-US" altLang="zh-CN" sz="1400" spc="150" dirty="0">
                <a:solidFill>
                  <a:schemeClr val="tx1">
                    <a:lumMod val="85000"/>
                    <a:lumOff val="15000"/>
                  </a:schemeClr>
                </a:solidFill>
                <a:uFillTx/>
                <a:latin typeface="Arial" panose="020B0604020202020204" pitchFamily="34" charset="0"/>
                <a:sym typeface="+mn-ea"/>
              </a:rPr>
              <a:t>,</a:t>
            </a:r>
            <a:r>
              <a:rPr lang="zh-CN" altLang="en-US" sz="1400" spc="150" dirty="0">
                <a:solidFill>
                  <a:schemeClr val="tx1">
                    <a:lumMod val="85000"/>
                    <a:lumOff val="15000"/>
                  </a:schemeClr>
                </a:solidFill>
                <a:uFillTx/>
                <a:latin typeface="Arial" panose="020B0604020202020204" pitchFamily="34" charset="0"/>
                <a:sym typeface="+mn-ea"/>
              </a:rPr>
              <a:t>智能工具推荐算法</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48" name="任意多边形: 形状 6"/>
          <p:cNvSpPr/>
          <p:nvPr>
            <p:custDataLst>
              <p:tags r:id="rId7"/>
            </p:custDataLst>
          </p:nvPr>
        </p:nvSpPr>
        <p:spPr>
          <a:xfrm>
            <a:off x="3553547" y="3559719"/>
            <a:ext cx="2402946" cy="438860"/>
          </a:xfrm>
          <a:custGeom>
            <a:avLst/>
            <a:gdLst>
              <a:gd name="connsiteX0" fmla="*/ 0 w 2607564"/>
              <a:gd name="connsiteY0" fmla="*/ 0 h 572738"/>
              <a:gd name="connsiteX1" fmla="*/ 1058704 w 2607564"/>
              <a:gd name="connsiteY1" fmla="*/ 0 h 572738"/>
              <a:gd name="connsiteX2" fmla="*/ 1194530 w 2607564"/>
              <a:gd name="connsiteY2" fmla="*/ 71628 h 572738"/>
              <a:gd name="connsiteX3" fmla="*/ 1488377 w 2607564"/>
              <a:gd name="connsiteY3" fmla="*/ 501110 h 572738"/>
              <a:gd name="connsiteX4" fmla="*/ 1624203 w 2607564"/>
              <a:gd name="connsiteY4" fmla="*/ 572738 h 572738"/>
              <a:gd name="connsiteX5" fmla="*/ 2607564 w 2607564"/>
              <a:gd name="connsiteY5" fmla="*/ 572738 h 5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7564" h="572738">
                <a:moveTo>
                  <a:pt x="0" y="0"/>
                </a:moveTo>
                <a:lnTo>
                  <a:pt x="1058704" y="0"/>
                </a:lnTo>
                <a:cubicBezTo>
                  <a:pt x="1113025" y="-17"/>
                  <a:pt x="1163860" y="26788"/>
                  <a:pt x="1194530" y="71628"/>
                </a:cubicBezTo>
                <a:lnTo>
                  <a:pt x="1488377" y="501110"/>
                </a:lnTo>
                <a:cubicBezTo>
                  <a:pt x="1519038" y="545964"/>
                  <a:pt x="1569873" y="572776"/>
                  <a:pt x="1624203" y="572738"/>
                </a:cubicBezTo>
                <a:lnTo>
                  <a:pt x="2607564" y="572738"/>
                </a:lnTo>
              </a:path>
            </a:pathLst>
          </a:custGeom>
          <a:noFill/>
          <a:ln w="38100" cap="rnd">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3" name="直接连接符 2"/>
          <p:cNvCxnSpPr/>
          <p:nvPr>
            <p:custDataLst>
              <p:tags r:id="rId8"/>
            </p:custDataLst>
          </p:nvPr>
        </p:nvCxnSpPr>
        <p:spPr>
          <a:xfrm flipH="1" flipV="1">
            <a:off x="765014" y="3559719"/>
            <a:ext cx="3171" cy="2198737"/>
          </a:xfrm>
          <a:prstGeom prst="line">
            <a:avLst/>
          </a:prstGeom>
          <a:ln>
            <a:gradFill>
              <a:gsLst>
                <a:gs pos="100000">
                  <a:schemeClr val="accent1">
                    <a:lumMod val="20000"/>
                    <a:lumOff val="80000"/>
                    <a:alpha val="0"/>
                  </a:schemeClr>
                </a:gs>
                <a:gs pos="24000">
                  <a:schemeClr val="accent1">
                    <a:alpha val="63000"/>
                  </a:schemeClr>
                </a:gs>
              </a:gsLst>
              <a:lin ang="18000000" scaled="1"/>
            </a:gra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custDataLst>
              <p:tags r:id="rId9"/>
            </p:custDataLst>
          </p:nvPr>
        </p:nvCxnSpPr>
        <p:spPr>
          <a:xfrm flipV="1">
            <a:off x="5967909" y="1724373"/>
            <a:ext cx="1903" cy="2266595"/>
          </a:xfrm>
          <a:prstGeom prst="line">
            <a:avLst/>
          </a:prstGeom>
          <a:ln>
            <a:gradFill>
              <a:gsLst>
                <a:gs pos="6000">
                  <a:schemeClr val="accent1">
                    <a:lumMod val="20000"/>
                    <a:lumOff val="80000"/>
                    <a:alpha val="0"/>
                  </a:schemeClr>
                </a:gs>
                <a:gs pos="67000">
                  <a:schemeClr val="accent1">
                    <a:alpha val="86000"/>
                  </a:schemeClr>
                </a:gs>
              </a:gsLst>
              <a:lin ang="18000000" scaled="1"/>
            </a:gra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custDataLst>
              <p:tags r:id="rId10"/>
            </p:custDataLst>
          </p:nvPr>
        </p:nvCxnSpPr>
        <p:spPr>
          <a:xfrm flipV="1">
            <a:off x="3539595" y="3552109"/>
            <a:ext cx="1903" cy="2212689"/>
          </a:xfrm>
          <a:prstGeom prst="line">
            <a:avLst/>
          </a:prstGeom>
          <a:ln>
            <a:gradFill>
              <a:gsLst>
                <a:gs pos="100000">
                  <a:schemeClr val="accent1">
                    <a:lumMod val="20000"/>
                    <a:lumOff val="80000"/>
                    <a:alpha val="0"/>
                  </a:schemeClr>
                </a:gs>
                <a:gs pos="24000">
                  <a:schemeClr val="accent1">
                    <a:alpha val="63000"/>
                  </a:schemeClr>
                </a:gs>
              </a:gsLst>
              <a:lin ang="18000000" scaled="1"/>
            </a:gradFill>
          </a:ln>
        </p:spPr>
        <p:style>
          <a:lnRef idx="2">
            <a:schemeClr val="accent1"/>
          </a:lnRef>
          <a:fillRef idx="0">
            <a:srgbClr val="FFFFFF"/>
          </a:fillRef>
          <a:effectRef idx="0">
            <a:srgbClr val="FFFFFF"/>
          </a:effectRef>
          <a:fontRef idx="minor">
            <a:schemeClr val="tx1"/>
          </a:fontRef>
        </p:style>
      </p:cxnSp>
      <p:sp>
        <p:nvSpPr>
          <p:cNvPr id="13" name="正文"/>
          <p:cNvSpPr txBox="1"/>
          <p:nvPr>
            <p:custDataLst>
              <p:tags r:id="rId11"/>
            </p:custDataLst>
          </p:nvPr>
        </p:nvSpPr>
        <p:spPr>
          <a:xfrm>
            <a:off x="3733023" y="4338505"/>
            <a:ext cx="2286255" cy="1495420"/>
          </a:xfrm>
          <a:prstGeom prst="rect">
            <a:avLst/>
          </a:prstGeom>
          <a:noFill/>
        </p:spPr>
        <p:txBody>
          <a:bodyPr wrap="square" lIns="0" tIns="0" rIns="0" bIns="0" rtlCol="0" anchor="t" anchorCtr="0">
            <a:noAutofit/>
          </a:bodyPr>
          <a:lstStyle/>
          <a:p>
            <a:pPr indent="0" algn="l" fontAlgn="auto">
              <a:lnSpc>
                <a:spcPts val="2280"/>
              </a:lnSpc>
            </a:pPr>
            <a:r>
              <a:rPr lang="zh-CN" altLang="en-US" sz="1400" spc="150" dirty="0">
                <a:solidFill>
                  <a:schemeClr val="tx1">
                    <a:lumMod val="85000"/>
                    <a:lumOff val="15000"/>
                  </a:schemeClr>
                </a:solidFill>
                <a:uFillTx/>
                <a:latin typeface="Arial" panose="020B0604020202020204" pitchFamily="34" charset="0"/>
                <a:sym typeface="+mn-ea"/>
              </a:rPr>
              <a:t>多模态内容生成</a:t>
            </a:r>
            <a:r>
              <a:rPr lang="en-US" altLang="zh-CN" sz="1400" spc="150" dirty="0">
                <a:solidFill>
                  <a:schemeClr val="tx1">
                    <a:lumMod val="85000"/>
                    <a:lumOff val="15000"/>
                  </a:schemeClr>
                </a:solidFill>
                <a:uFillTx/>
                <a:latin typeface="Arial" panose="020B0604020202020204" pitchFamily="34" charset="0"/>
                <a:sym typeface="+mn-ea"/>
              </a:rPr>
              <a:t> - </a:t>
            </a:r>
            <a:r>
              <a:rPr lang="zh-CN" altLang="en-US" sz="1400" spc="150" dirty="0">
                <a:solidFill>
                  <a:schemeClr val="tx1">
                    <a:lumMod val="85000"/>
                    <a:lumOff val="15000"/>
                  </a:schemeClr>
                </a:solidFill>
                <a:uFillTx/>
                <a:latin typeface="Arial" panose="020B0604020202020204" pitchFamily="34" charset="0"/>
                <a:sym typeface="+mn-ea"/>
              </a:rPr>
              <a:t>研究报告、播客、</a:t>
            </a:r>
            <a:r>
              <a:rPr lang="en-US" altLang="zh-CN" sz="1400" spc="150" dirty="0">
                <a:solidFill>
                  <a:schemeClr val="tx1">
                    <a:lumMod val="85000"/>
                    <a:lumOff val="15000"/>
                  </a:schemeClr>
                </a:solidFill>
                <a:uFillTx/>
                <a:latin typeface="Arial" panose="020B0604020202020204" pitchFamily="34" charset="0"/>
                <a:sym typeface="+mn-ea"/>
              </a:rPr>
              <a:t>PPT</a:t>
            </a:r>
            <a:r>
              <a:rPr lang="zh-CN" altLang="en-US" sz="1400" spc="150" dirty="0">
                <a:solidFill>
                  <a:schemeClr val="tx1">
                    <a:lumMod val="85000"/>
                    <a:lumOff val="15000"/>
                  </a:schemeClr>
                </a:solidFill>
                <a:uFillTx/>
                <a:latin typeface="Arial" panose="020B0604020202020204" pitchFamily="34" charset="0"/>
                <a:sym typeface="+mn-ea"/>
              </a:rPr>
              <a:t>、散文等多种输出格式</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14" name="正文"/>
          <p:cNvSpPr txBox="1"/>
          <p:nvPr>
            <p:custDataLst>
              <p:tags r:id="rId12"/>
            </p:custDataLst>
          </p:nvPr>
        </p:nvSpPr>
        <p:spPr>
          <a:xfrm>
            <a:off x="6392816" y="1685687"/>
            <a:ext cx="2185419" cy="1470687"/>
          </a:xfrm>
          <a:prstGeom prst="rect">
            <a:avLst/>
          </a:prstGeom>
          <a:noFill/>
        </p:spPr>
        <p:txBody>
          <a:bodyPr wrap="square" lIns="0" tIns="0" rIns="0" bIns="0" rtlCol="0" anchor="t" anchorCtr="0">
            <a:noAutofit/>
          </a:bodyPr>
          <a:lstStyle/>
          <a:p>
            <a:pPr indent="0" algn="l" fontAlgn="auto">
              <a:lnSpc>
                <a:spcPts val="2280"/>
              </a:lnSpc>
            </a:pPr>
            <a:r>
              <a:rPr lang="zh-CN" altLang="en-US" sz="1400" spc="150" dirty="0">
                <a:solidFill>
                  <a:schemeClr val="tx1">
                    <a:lumMod val="85000"/>
                    <a:lumOff val="15000"/>
                  </a:schemeClr>
                </a:solidFill>
                <a:uFillTx/>
                <a:latin typeface="Arial" panose="020B0604020202020204" pitchFamily="34" charset="0"/>
                <a:sym typeface="+mn-ea"/>
              </a:rPr>
              <a:t>完善的用户系统</a:t>
            </a:r>
            <a:r>
              <a:rPr lang="en-US" altLang="zh-CN" sz="1400" spc="150" dirty="0">
                <a:solidFill>
                  <a:schemeClr val="tx1">
                    <a:lumMod val="85000"/>
                    <a:lumOff val="15000"/>
                  </a:schemeClr>
                </a:solidFill>
                <a:uFillTx/>
                <a:latin typeface="Arial" panose="020B0604020202020204" pitchFamily="34" charset="0"/>
                <a:sym typeface="+mn-ea"/>
              </a:rPr>
              <a:t> - </a:t>
            </a:r>
            <a:r>
              <a:rPr lang="zh-CN" altLang="en-US" sz="1400" spc="150" dirty="0">
                <a:solidFill>
                  <a:schemeClr val="tx1">
                    <a:lumMod val="85000"/>
                    <a:lumOff val="15000"/>
                  </a:schemeClr>
                </a:solidFill>
                <a:uFillTx/>
                <a:latin typeface="Arial" panose="020B0604020202020204" pitchFamily="34" charset="0"/>
                <a:sym typeface="+mn-ea"/>
              </a:rPr>
              <a:t>认证授权、使用限制、管理员后台、使用统计</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15" name="正文"/>
          <p:cNvSpPr txBox="1"/>
          <p:nvPr>
            <p:custDataLst>
              <p:tags r:id="rId13"/>
            </p:custDataLst>
          </p:nvPr>
        </p:nvSpPr>
        <p:spPr>
          <a:xfrm>
            <a:off x="6606539" y="4312503"/>
            <a:ext cx="2290695" cy="1495420"/>
          </a:xfrm>
          <a:prstGeom prst="rect">
            <a:avLst/>
          </a:prstGeom>
          <a:noFill/>
        </p:spPr>
        <p:txBody>
          <a:bodyPr wrap="square" lIns="0" tIns="0" rIns="0" bIns="0" rtlCol="0" anchor="t" anchorCtr="0">
            <a:noAutofit/>
          </a:bodyPr>
          <a:lstStyle/>
          <a:p>
            <a:pPr indent="0" algn="l" fontAlgn="auto">
              <a:lnSpc>
                <a:spcPts val="2280"/>
              </a:lnSpc>
            </a:pPr>
            <a:r>
              <a:rPr lang="zh-CN" altLang="en-US" sz="1400" spc="150" dirty="0">
                <a:solidFill>
                  <a:schemeClr val="tx1">
                    <a:lumMod val="85000"/>
                    <a:lumOff val="15000"/>
                  </a:schemeClr>
                </a:solidFill>
                <a:uFillTx/>
                <a:latin typeface="Arial" panose="020B0604020202020204" pitchFamily="34" charset="0"/>
                <a:sym typeface="+mn-ea"/>
              </a:rPr>
              <a:t>现代化的前端界面</a:t>
            </a:r>
            <a:r>
              <a:rPr lang="en-US" altLang="zh-CN" sz="1400" spc="150" dirty="0">
                <a:solidFill>
                  <a:schemeClr val="tx1">
                    <a:lumMod val="85000"/>
                    <a:lumOff val="15000"/>
                  </a:schemeClr>
                </a:solidFill>
                <a:uFillTx/>
                <a:latin typeface="Arial" panose="020B0604020202020204" pitchFamily="34" charset="0"/>
                <a:sym typeface="+mn-ea"/>
              </a:rPr>
              <a:t> - Next.js + React,</a:t>
            </a:r>
            <a:r>
              <a:rPr lang="zh-CN" altLang="en-US" sz="1400" spc="150" dirty="0">
                <a:solidFill>
                  <a:schemeClr val="tx1">
                    <a:lumMod val="85000"/>
                    <a:lumOff val="15000"/>
                  </a:schemeClr>
                </a:solidFill>
                <a:uFillTx/>
                <a:latin typeface="Arial" panose="020B0604020202020204" pitchFamily="34" charset="0"/>
                <a:sym typeface="+mn-ea"/>
              </a:rPr>
              <a:t>支持可视化编辑和流程图展示</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16" name="任意多边形: 形状 6"/>
          <p:cNvSpPr/>
          <p:nvPr>
            <p:custDataLst>
              <p:tags r:id="rId14"/>
            </p:custDataLst>
          </p:nvPr>
        </p:nvSpPr>
        <p:spPr>
          <a:xfrm>
            <a:off x="6399158" y="3530546"/>
            <a:ext cx="2371871" cy="438860"/>
          </a:xfrm>
          <a:custGeom>
            <a:avLst/>
            <a:gdLst>
              <a:gd name="connsiteX0" fmla="*/ 0 w 2607564"/>
              <a:gd name="connsiteY0" fmla="*/ 0 h 572738"/>
              <a:gd name="connsiteX1" fmla="*/ 1058704 w 2607564"/>
              <a:gd name="connsiteY1" fmla="*/ 0 h 572738"/>
              <a:gd name="connsiteX2" fmla="*/ 1194530 w 2607564"/>
              <a:gd name="connsiteY2" fmla="*/ 71628 h 572738"/>
              <a:gd name="connsiteX3" fmla="*/ 1488377 w 2607564"/>
              <a:gd name="connsiteY3" fmla="*/ 501110 h 572738"/>
              <a:gd name="connsiteX4" fmla="*/ 1624203 w 2607564"/>
              <a:gd name="connsiteY4" fmla="*/ 572738 h 572738"/>
              <a:gd name="connsiteX5" fmla="*/ 2607564 w 2607564"/>
              <a:gd name="connsiteY5" fmla="*/ 572738 h 5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7564" h="572738">
                <a:moveTo>
                  <a:pt x="0" y="0"/>
                </a:moveTo>
                <a:lnTo>
                  <a:pt x="1058704" y="0"/>
                </a:lnTo>
                <a:cubicBezTo>
                  <a:pt x="1113025" y="-17"/>
                  <a:pt x="1163860" y="26788"/>
                  <a:pt x="1194530" y="71628"/>
                </a:cubicBezTo>
                <a:lnTo>
                  <a:pt x="1488377" y="501110"/>
                </a:lnTo>
                <a:cubicBezTo>
                  <a:pt x="1519038" y="545964"/>
                  <a:pt x="1569873" y="572776"/>
                  <a:pt x="1624203" y="572738"/>
                </a:cubicBezTo>
                <a:lnTo>
                  <a:pt x="2607564" y="572738"/>
                </a:lnTo>
              </a:path>
            </a:pathLst>
          </a:custGeom>
          <a:noFill/>
          <a:ln w="38100" cap="rnd">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21" name="直接连接符 20"/>
          <p:cNvCxnSpPr/>
          <p:nvPr>
            <p:custDataLst>
              <p:tags r:id="rId15"/>
            </p:custDataLst>
          </p:nvPr>
        </p:nvCxnSpPr>
        <p:spPr>
          <a:xfrm flipV="1">
            <a:off x="8784982" y="1737691"/>
            <a:ext cx="2537" cy="2231715"/>
          </a:xfrm>
          <a:prstGeom prst="line">
            <a:avLst/>
          </a:prstGeom>
          <a:ln>
            <a:gradFill>
              <a:gsLst>
                <a:gs pos="6000">
                  <a:schemeClr val="accent1">
                    <a:lumMod val="20000"/>
                    <a:lumOff val="80000"/>
                    <a:alpha val="0"/>
                  </a:schemeClr>
                </a:gs>
                <a:gs pos="67000">
                  <a:schemeClr val="accent1">
                    <a:alpha val="86000"/>
                  </a:schemeClr>
                </a:gs>
              </a:gsLst>
              <a:lin ang="18000000" scaled="1"/>
            </a:gradFill>
          </a:ln>
        </p:spPr>
        <p:style>
          <a:lnRef idx="2">
            <a:schemeClr val="accent1"/>
          </a:lnRef>
          <a:fillRef idx="0">
            <a:srgbClr val="FFFFFF"/>
          </a:fillRef>
          <a:effectRef idx="0">
            <a:srgbClr val="FFFFFF"/>
          </a:effectRef>
          <a:fontRef idx="minor">
            <a:schemeClr val="tx1"/>
          </a:fontRef>
        </p:style>
      </p:cxnSp>
      <p:sp>
        <p:nvSpPr>
          <p:cNvPr id="17" name="正文"/>
          <p:cNvSpPr txBox="1"/>
          <p:nvPr>
            <p:custDataLst>
              <p:tags r:id="rId16"/>
            </p:custDataLst>
          </p:nvPr>
        </p:nvSpPr>
        <p:spPr>
          <a:xfrm>
            <a:off x="9178179" y="1670467"/>
            <a:ext cx="2172735" cy="1418049"/>
          </a:xfrm>
          <a:prstGeom prst="rect">
            <a:avLst/>
          </a:prstGeom>
          <a:noFill/>
        </p:spPr>
        <p:txBody>
          <a:bodyPr wrap="square" lIns="0" tIns="0" rIns="0" bIns="0" rtlCol="0" anchor="t" anchorCtr="0">
            <a:noAutofit/>
          </a:bodyPr>
          <a:lstStyle/>
          <a:p>
            <a:pPr indent="0" algn="l" fontAlgn="auto">
              <a:lnSpc>
                <a:spcPts val="2280"/>
              </a:lnSpc>
            </a:pPr>
            <a:r>
              <a:rPr lang="zh-CN" altLang="en-US" sz="1400" spc="150" dirty="0">
                <a:solidFill>
                  <a:schemeClr val="tx1">
                    <a:lumMod val="85000"/>
                    <a:lumOff val="15000"/>
                  </a:schemeClr>
                </a:solidFill>
                <a:uFillTx/>
                <a:latin typeface="Arial" panose="020B0604020202020204" pitchFamily="34" charset="0"/>
                <a:sym typeface="+mn-ea"/>
              </a:rPr>
              <a:t>完整的文档和示例</a:t>
            </a:r>
            <a:r>
              <a:rPr lang="en-US" altLang="zh-CN" sz="1400" spc="150" dirty="0">
                <a:solidFill>
                  <a:schemeClr val="tx1">
                    <a:lumMod val="85000"/>
                    <a:lumOff val="15000"/>
                  </a:schemeClr>
                </a:solidFill>
                <a:uFillTx/>
                <a:latin typeface="Arial" panose="020B0604020202020204" pitchFamily="34" charset="0"/>
                <a:sym typeface="+mn-ea"/>
              </a:rPr>
              <a:t> - </a:t>
            </a:r>
            <a:r>
              <a:rPr lang="zh-CN" altLang="en-US" sz="1400" spc="150" dirty="0">
                <a:solidFill>
                  <a:schemeClr val="tx1">
                    <a:lumMod val="85000"/>
                    <a:lumOff val="15000"/>
                  </a:schemeClr>
                </a:solidFill>
                <a:uFillTx/>
                <a:latin typeface="Arial" panose="020B0604020202020204" pitchFamily="34" charset="0"/>
                <a:sym typeface="+mn-ea"/>
              </a:rPr>
              <a:t>配置指南、</a:t>
            </a:r>
            <a:r>
              <a:rPr lang="en-US" altLang="zh-CN" sz="1400" spc="150" dirty="0">
                <a:solidFill>
                  <a:schemeClr val="tx1">
                    <a:lumMod val="85000"/>
                    <a:lumOff val="15000"/>
                  </a:schemeClr>
                </a:solidFill>
                <a:uFillTx/>
                <a:latin typeface="Arial" panose="020B0604020202020204" pitchFamily="34" charset="0"/>
                <a:sym typeface="+mn-ea"/>
              </a:rPr>
              <a:t>FAQ</a:t>
            </a:r>
            <a:r>
              <a:rPr lang="zh-CN" altLang="en-US" sz="1400" spc="150" dirty="0">
                <a:solidFill>
                  <a:schemeClr val="tx1">
                    <a:lumMod val="85000"/>
                    <a:lumOff val="15000"/>
                  </a:schemeClr>
                </a:solidFill>
                <a:uFillTx/>
                <a:latin typeface="Arial" panose="020B0604020202020204" pitchFamily="34" charset="0"/>
                <a:sym typeface="+mn-ea"/>
              </a:rPr>
              <a:t>、示例报告</a:t>
            </a:r>
            <a:endParaRPr lang="zh-CN" altLang="en-US" sz="1400" spc="150" dirty="0">
              <a:solidFill>
                <a:schemeClr val="tx1">
                  <a:lumMod val="85000"/>
                  <a:lumOff val="15000"/>
                </a:schemeClr>
              </a:solidFill>
              <a:uFillTx/>
              <a:latin typeface="Arial" panose="020B0604020202020204" pitchFamily="34" charset="0"/>
              <a:sym typeface="+mn-ea"/>
            </a:endParaRPr>
          </a:p>
        </p:txBody>
      </p:sp>
      <p:sp>
        <p:nvSpPr>
          <p:cNvPr id="18" name="任意多边形: 形状 6"/>
          <p:cNvSpPr/>
          <p:nvPr>
            <p:custDataLst>
              <p:tags r:id="rId17"/>
            </p:custDataLst>
          </p:nvPr>
        </p:nvSpPr>
        <p:spPr>
          <a:xfrm>
            <a:off x="9180082" y="3530546"/>
            <a:ext cx="2368066" cy="438860"/>
          </a:xfrm>
          <a:custGeom>
            <a:avLst/>
            <a:gdLst>
              <a:gd name="connsiteX0" fmla="*/ 0 w 2607564"/>
              <a:gd name="connsiteY0" fmla="*/ 0 h 572738"/>
              <a:gd name="connsiteX1" fmla="*/ 1058704 w 2607564"/>
              <a:gd name="connsiteY1" fmla="*/ 0 h 572738"/>
              <a:gd name="connsiteX2" fmla="*/ 1194530 w 2607564"/>
              <a:gd name="connsiteY2" fmla="*/ 71628 h 572738"/>
              <a:gd name="connsiteX3" fmla="*/ 1488377 w 2607564"/>
              <a:gd name="connsiteY3" fmla="*/ 501110 h 572738"/>
              <a:gd name="connsiteX4" fmla="*/ 1624203 w 2607564"/>
              <a:gd name="connsiteY4" fmla="*/ 572738 h 572738"/>
              <a:gd name="connsiteX5" fmla="*/ 2607564 w 2607564"/>
              <a:gd name="connsiteY5" fmla="*/ 572738 h 5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7564" h="572738">
                <a:moveTo>
                  <a:pt x="0" y="0"/>
                </a:moveTo>
                <a:lnTo>
                  <a:pt x="1058704" y="0"/>
                </a:lnTo>
                <a:cubicBezTo>
                  <a:pt x="1113025" y="-17"/>
                  <a:pt x="1163860" y="26788"/>
                  <a:pt x="1194530" y="71628"/>
                </a:cubicBezTo>
                <a:lnTo>
                  <a:pt x="1488377" y="501110"/>
                </a:lnTo>
                <a:cubicBezTo>
                  <a:pt x="1519038" y="545964"/>
                  <a:pt x="1569873" y="572776"/>
                  <a:pt x="1624203" y="572738"/>
                </a:cubicBezTo>
                <a:lnTo>
                  <a:pt x="2607564" y="572738"/>
                </a:lnTo>
              </a:path>
            </a:pathLst>
          </a:custGeom>
          <a:noFill/>
          <a:ln w="38100" cap="rnd">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24" name="直接连接符 23"/>
          <p:cNvCxnSpPr/>
          <p:nvPr>
            <p:custDataLst>
              <p:tags r:id="rId18"/>
            </p:custDataLst>
          </p:nvPr>
        </p:nvCxnSpPr>
        <p:spPr>
          <a:xfrm flipV="1">
            <a:off x="6389011" y="3530546"/>
            <a:ext cx="0" cy="2250106"/>
          </a:xfrm>
          <a:prstGeom prst="line">
            <a:avLst/>
          </a:prstGeom>
          <a:ln>
            <a:gradFill>
              <a:gsLst>
                <a:gs pos="100000">
                  <a:schemeClr val="accent1">
                    <a:lumMod val="20000"/>
                    <a:lumOff val="80000"/>
                    <a:alpha val="0"/>
                  </a:schemeClr>
                </a:gs>
                <a:gs pos="24000">
                  <a:schemeClr val="accent1">
                    <a:alpha val="63000"/>
                  </a:schemeClr>
                </a:gs>
              </a:gsLst>
              <a:lin ang="18000000" scaled="1"/>
            </a:gradFill>
          </a:ln>
        </p:spPr>
        <p:style>
          <a:lnRef idx="2">
            <a:schemeClr val="accent1"/>
          </a:lnRef>
          <a:fillRef idx="0">
            <a:srgbClr val="FFFFFF"/>
          </a:fillRef>
          <a:effectRef idx="0">
            <a:srgbClr val="FFFFFF"/>
          </a:effectRef>
          <a:fontRef idx="minor">
            <a:schemeClr val="tx1"/>
          </a:fontRef>
        </p:style>
      </p:cxnSp>
      <p:cxnSp>
        <p:nvCxnSpPr>
          <p:cNvPr id="19" name="直接连接符 28"/>
          <p:cNvCxnSpPr/>
          <p:nvPr>
            <p:custDataLst>
              <p:tags r:id="rId19"/>
            </p:custDataLst>
          </p:nvPr>
        </p:nvCxnSpPr>
        <p:spPr>
          <a:xfrm flipV="1">
            <a:off x="11558295" y="1699005"/>
            <a:ext cx="0" cy="2262790"/>
          </a:xfrm>
          <a:prstGeom prst="line">
            <a:avLst/>
          </a:prstGeom>
          <a:ln>
            <a:gradFill>
              <a:gsLst>
                <a:gs pos="6000">
                  <a:schemeClr val="accent1">
                    <a:lumMod val="20000"/>
                    <a:lumOff val="80000"/>
                    <a:alpha val="0"/>
                  </a:schemeClr>
                </a:gs>
                <a:gs pos="67000">
                  <a:schemeClr val="accent1">
                    <a:alpha val="86000"/>
                  </a:schemeClr>
                </a:gs>
              </a:gsLst>
              <a:lin ang="18000000" scaled="1"/>
            </a:gradFill>
          </a:ln>
        </p:spPr>
        <p:style>
          <a:lnRef idx="2">
            <a:schemeClr val="accent1"/>
          </a:lnRef>
          <a:fillRef idx="0">
            <a:srgbClr val="FFFFFF"/>
          </a:fillRef>
          <a:effectRef idx="0">
            <a:srgbClr val="FFFFFF"/>
          </a:effectRef>
          <a:fontRef idx="minor">
            <a:schemeClr val="tx1"/>
          </a:fontRef>
        </p:style>
      </p:cxnSp>
      <p:pic>
        <p:nvPicPr>
          <p:cNvPr id="20" name="图片 16" descr="图片2"/>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2439275" y="3575574"/>
            <a:ext cx="312022" cy="270799"/>
          </a:xfrm>
          <a:prstGeom prst="rect">
            <a:avLst/>
          </a:prstGeom>
        </p:spPr>
      </p:pic>
      <p:pic>
        <p:nvPicPr>
          <p:cNvPr id="25" name="图片 17" descr="图片5"/>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1188653" y="3664995"/>
            <a:ext cx="270165" cy="297435"/>
          </a:xfrm>
          <a:prstGeom prst="rect">
            <a:avLst/>
          </a:prstGeom>
        </p:spPr>
      </p:pic>
      <p:pic>
        <p:nvPicPr>
          <p:cNvPr id="28" name="图片 18" descr="图片9"/>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3997481" y="3673873"/>
            <a:ext cx="272702" cy="276507"/>
          </a:xfrm>
          <a:prstGeom prst="rect">
            <a:avLst/>
          </a:prstGeom>
        </p:spPr>
      </p:pic>
      <p:pic>
        <p:nvPicPr>
          <p:cNvPr id="40" name="图片 27" descr="图片12"/>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tretch>
            <a:fillRect/>
          </a:stretch>
        </p:blipFill>
        <p:spPr>
          <a:xfrm>
            <a:off x="5234151" y="3557182"/>
            <a:ext cx="253042" cy="291093"/>
          </a:xfrm>
          <a:prstGeom prst="rect">
            <a:avLst/>
          </a:prstGeom>
        </p:spPr>
      </p:pic>
      <p:pic>
        <p:nvPicPr>
          <p:cNvPr id="41" name="图片 19" descr="图片6"/>
          <p:cNvPicPr>
            <a:picLocks noChangeAspect="1"/>
          </p:cNvPicPr>
          <p:nvPr>
            <p:custDataLst>
              <p:tags r:id="rId32"/>
            </p:custDataLst>
          </p:nvPr>
        </p:nvPicPr>
        <p:blipFill>
          <a:blip r:embed="rId33">
            <a:extLst>
              <a:ext uri="{96DAC541-7B7A-43D3-8B79-37D633B846F1}">
                <asvg:svgBlip xmlns:asvg="http://schemas.microsoft.com/office/drawing/2016/SVG/main" r:embed="rId34"/>
              </a:ext>
            </a:extLst>
          </a:blip>
          <a:stretch>
            <a:fillRect/>
          </a:stretch>
        </p:blipFill>
        <p:spPr>
          <a:xfrm>
            <a:off x="6843091" y="3655482"/>
            <a:ext cx="281580" cy="265726"/>
          </a:xfrm>
          <a:prstGeom prst="rect">
            <a:avLst/>
          </a:prstGeom>
        </p:spPr>
      </p:pic>
      <p:pic>
        <p:nvPicPr>
          <p:cNvPr id="42" name="图片 24" descr="图片8"/>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tretch>
            <a:fillRect/>
          </a:stretch>
        </p:blipFill>
        <p:spPr>
          <a:xfrm>
            <a:off x="8031564" y="3552109"/>
            <a:ext cx="314558" cy="284751"/>
          </a:xfrm>
          <a:prstGeom prst="rect">
            <a:avLst/>
          </a:prstGeom>
        </p:spPr>
      </p:pic>
      <p:pic>
        <p:nvPicPr>
          <p:cNvPr id="43" name="图片 26" descr="图片11"/>
          <p:cNvPicPr>
            <a:picLocks noChangeAspect="1"/>
          </p:cNvPicPr>
          <p:nvPr>
            <p:custDataLst>
              <p:tags r:id="rId38"/>
            </p:custDataLst>
          </p:nvPr>
        </p:nvPicPr>
        <p:blipFill>
          <a:blip r:embed="rId39">
            <a:extLst>
              <a:ext uri="{96DAC541-7B7A-43D3-8B79-37D633B846F1}">
                <asvg:svgBlip xmlns:asvg="http://schemas.microsoft.com/office/drawing/2016/SVG/main" r:embed="rId40"/>
              </a:ext>
            </a:extLst>
          </a:blip>
          <a:stretch>
            <a:fillRect/>
          </a:stretch>
        </p:blipFill>
        <p:spPr>
          <a:xfrm>
            <a:off x="10850539" y="3552743"/>
            <a:ext cx="290459" cy="290459"/>
          </a:xfrm>
          <a:prstGeom prst="rect">
            <a:avLst/>
          </a:prstGeom>
        </p:spPr>
      </p:pic>
    </p:spTree>
    <p:custDataLst>
      <p:tags r:id="rId4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3" name="图片 2"/>
          <p:cNvPicPr>
            <a:picLocks noChangeAspect="1"/>
          </p:cNvPicPr>
          <p:nvPr/>
        </p:nvPicPr>
        <p:blipFill>
          <a:blip r:embed="rId2"/>
          <a:stretch>
            <a:fillRect/>
          </a:stretch>
        </p:blipFill>
        <p:spPr>
          <a:xfrm>
            <a:off x="0" y="0"/>
            <a:ext cx="12191365" cy="6858000"/>
          </a:xfrm>
          <a:prstGeom prst="rect">
            <a:avLst/>
          </a:prstGeom>
        </p:spPr>
      </p:pic>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0"/>
            <a:ext cx="12191365" cy="6858000"/>
          </a:xfrm>
          <a:prstGeom prst="rect">
            <a:avLst/>
          </a:prstGeom>
        </p:spPr>
      </p:pic>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35"/>
            <a:ext cx="12191365" cy="6856730"/>
          </a:xfrm>
          <a:prstGeom prst="rect">
            <a:avLst/>
          </a:prstGeom>
        </p:spPr>
      </p:pic>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35"/>
            <a:ext cx="12191365" cy="6929755"/>
          </a:xfrm>
          <a:prstGeom prst="rect">
            <a:avLst/>
          </a:prstGeom>
        </p:spPr>
      </p:pic>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35"/>
            <a:ext cx="12191365" cy="7106285"/>
          </a:xfrm>
          <a:prstGeom prst="rect">
            <a:avLst/>
          </a:prstGeom>
        </p:spPr>
      </p:pic>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35"/>
            <a:ext cx="12191365" cy="6858000"/>
          </a:xfrm>
          <a:prstGeom prst="rect">
            <a:avLst/>
          </a:prstGeom>
        </p:spPr>
      </p:pic>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技术发展路线图</a:t>
            </a:r>
            <a:endParaRPr lang="zh-CN" altLang="en-US"/>
          </a:p>
        </p:txBody>
      </p:sp>
      <p:sp>
        <p:nvSpPr>
          <p:cNvPr id="3" name="Freeform 5"/>
          <p:cNvSpPr/>
          <p:nvPr>
            <p:custDataLst>
              <p:tags r:id="rId2"/>
            </p:custDataLst>
          </p:nvPr>
        </p:nvSpPr>
        <p:spPr bwMode="auto">
          <a:xfrm>
            <a:off x="5360485" y="5000574"/>
            <a:ext cx="1284536" cy="1233788"/>
          </a:xfrm>
          <a:custGeom>
            <a:avLst/>
            <a:gdLst>
              <a:gd name="T0" fmla="*/ 625 w 810"/>
              <a:gd name="T1" fmla="*/ 0 h 778"/>
              <a:gd name="T2" fmla="*/ 810 w 810"/>
              <a:gd name="T3" fmla="*/ 626 h 778"/>
              <a:gd name="T4" fmla="*/ 186 w 810"/>
              <a:gd name="T5" fmla="*/ 778 h 778"/>
              <a:gd name="T6" fmla="*/ 0 w 810"/>
              <a:gd name="T7" fmla="*/ 150 h 778"/>
              <a:gd name="T8" fmla="*/ 625 w 810"/>
              <a:gd name="T9" fmla="*/ 0 h 778"/>
            </a:gdLst>
            <a:ahLst/>
            <a:cxnLst>
              <a:cxn ang="0">
                <a:pos x="T0" y="T1"/>
              </a:cxn>
              <a:cxn ang="0">
                <a:pos x="T2" y="T3"/>
              </a:cxn>
              <a:cxn ang="0">
                <a:pos x="T4" y="T5"/>
              </a:cxn>
              <a:cxn ang="0">
                <a:pos x="T6" y="T7"/>
              </a:cxn>
              <a:cxn ang="0">
                <a:pos x="T8" y="T9"/>
              </a:cxn>
            </a:cxnLst>
            <a:rect l="0" t="0" r="r" b="b"/>
            <a:pathLst>
              <a:path w="810" h="778">
                <a:moveTo>
                  <a:pt x="625" y="0"/>
                </a:moveTo>
                <a:lnTo>
                  <a:pt x="810" y="626"/>
                </a:lnTo>
                <a:lnTo>
                  <a:pt x="186" y="778"/>
                </a:lnTo>
                <a:lnTo>
                  <a:pt x="0" y="150"/>
                </a:lnTo>
                <a:lnTo>
                  <a:pt x="625" y="0"/>
                </a:lnTo>
                <a:close/>
              </a:path>
            </a:pathLst>
          </a:custGeom>
          <a:gradFill>
            <a:gsLst>
              <a:gs pos="0">
                <a:schemeClr val="accent4">
                  <a:alpha val="100000"/>
                </a:schemeClr>
              </a:gs>
              <a:gs pos="100000">
                <a:schemeClr val="accent4">
                  <a:lumMod val="70000"/>
                  <a:lumOff val="30000"/>
                  <a:alpha val="100000"/>
                </a:schemeClr>
              </a:gs>
            </a:gsLst>
            <a:lin ang="20220000" scaled="0"/>
          </a:gradFill>
          <a:ln>
            <a:noFill/>
          </a:ln>
        </p:spPr>
        <p:txBody>
          <a:bodyPr vert="horz" wrap="square" lIns="91439" tIns="45719" rIns="91439" bIns="45719" numCol="1" anchor="t" anchorCtr="0" compatLnSpc="1">
            <a:noAutofit/>
          </a:bodyPr>
          <a:p>
            <a:pPr lvl="0" algn="l">
              <a:buClrTx/>
              <a:buSzTx/>
              <a:buFontTx/>
            </a:pPr>
            <a:endParaRPr lang="en-US" sz="1350">
              <a:solidFill>
                <a:schemeClr val="tx1"/>
              </a:solidFill>
              <a:sym typeface="+mn-ea"/>
            </a:endParaRPr>
          </a:p>
        </p:txBody>
      </p:sp>
      <p:sp>
        <p:nvSpPr>
          <p:cNvPr id="7" name="Freeform 6"/>
          <p:cNvSpPr/>
          <p:nvPr>
            <p:custDataLst>
              <p:tags r:id="rId3"/>
            </p:custDataLst>
          </p:nvPr>
        </p:nvSpPr>
        <p:spPr bwMode="auto">
          <a:xfrm>
            <a:off x="6348784" y="4729711"/>
            <a:ext cx="515717" cy="1263602"/>
          </a:xfrm>
          <a:custGeom>
            <a:avLst/>
            <a:gdLst>
              <a:gd name="T0" fmla="*/ 0 w 325"/>
              <a:gd name="T1" fmla="*/ 171 h 797"/>
              <a:gd name="T2" fmla="*/ 140 w 325"/>
              <a:gd name="T3" fmla="*/ 0 h 797"/>
              <a:gd name="T4" fmla="*/ 325 w 325"/>
              <a:gd name="T5" fmla="*/ 626 h 797"/>
              <a:gd name="T6" fmla="*/ 185 w 325"/>
              <a:gd name="T7" fmla="*/ 797 h 797"/>
              <a:gd name="T8" fmla="*/ 0 w 325"/>
              <a:gd name="T9" fmla="*/ 171 h 797"/>
            </a:gdLst>
            <a:ahLst/>
            <a:cxnLst>
              <a:cxn ang="0">
                <a:pos x="T0" y="T1"/>
              </a:cxn>
              <a:cxn ang="0">
                <a:pos x="T2" y="T3"/>
              </a:cxn>
              <a:cxn ang="0">
                <a:pos x="T4" y="T5"/>
              </a:cxn>
              <a:cxn ang="0">
                <a:pos x="T6" y="T7"/>
              </a:cxn>
              <a:cxn ang="0">
                <a:pos x="T8" y="T9"/>
              </a:cxn>
            </a:cxnLst>
            <a:rect l="0" t="0" r="r" b="b"/>
            <a:pathLst>
              <a:path w="325" h="797">
                <a:moveTo>
                  <a:pt x="0" y="171"/>
                </a:moveTo>
                <a:lnTo>
                  <a:pt x="140" y="0"/>
                </a:lnTo>
                <a:lnTo>
                  <a:pt x="325" y="626"/>
                </a:lnTo>
                <a:lnTo>
                  <a:pt x="185" y="797"/>
                </a:lnTo>
                <a:lnTo>
                  <a:pt x="0" y="171"/>
                </a:lnTo>
                <a:close/>
              </a:path>
            </a:pathLst>
          </a:custGeom>
          <a:gradFill>
            <a:gsLst>
              <a:gs pos="0">
                <a:schemeClr val="accent4">
                  <a:lumMod val="70000"/>
                  <a:lumOff val="30000"/>
                  <a:alpha val="100000"/>
                </a:schemeClr>
              </a:gs>
              <a:gs pos="100000">
                <a:schemeClr val="accent4">
                  <a:lumMod val="50000"/>
                  <a:lumOff val="50000"/>
                  <a:alpha val="100000"/>
                </a:schemeClr>
              </a:gs>
            </a:gsLst>
            <a:lin ang="312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8" name="Freeform 7"/>
          <p:cNvSpPr/>
          <p:nvPr>
            <p:custDataLst>
              <p:tags r:id="rId4"/>
            </p:custDataLst>
          </p:nvPr>
        </p:nvSpPr>
        <p:spPr bwMode="auto">
          <a:xfrm>
            <a:off x="5357947" y="4736055"/>
            <a:ext cx="1213490" cy="508740"/>
          </a:xfrm>
          <a:custGeom>
            <a:avLst/>
            <a:gdLst>
              <a:gd name="T0" fmla="*/ 0 w 765"/>
              <a:gd name="T1" fmla="*/ 321 h 321"/>
              <a:gd name="T2" fmla="*/ 139 w 765"/>
              <a:gd name="T3" fmla="*/ 151 h 321"/>
              <a:gd name="T4" fmla="*/ 765 w 765"/>
              <a:gd name="T5" fmla="*/ 0 h 321"/>
              <a:gd name="T6" fmla="*/ 625 w 765"/>
              <a:gd name="T7" fmla="*/ 171 h 321"/>
              <a:gd name="T8" fmla="*/ 0 w 765"/>
              <a:gd name="T9" fmla="*/ 321 h 321"/>
            </a:gdLst>
            <a:ahLst/>
            <a:cxnLst>
              <a:cxn ang="0">
                <a:pos x="T0" y="T1"/>
              </a:cxn>
              <a:cxn ang="0">
                <a:pos x="T2" y="T3"/>
              </a:cxn>
              <a:cxn ang="0">
                <a:pos x="T4" y="T5"/>
              </a:cxn>
              <a:cxn ang="0">
                <a:pos x="T6" y="T7"/>
              </a:cxn>
              <a:cxn ang="0">
                <a:pos x="T8" y="T9"/>
              </a:cxn>
            </a:cxnLst>
            <a:rect l="0" t="0" r="r" b="b"/>
            <a:pathLst>
              <a:path w="765" h="321">
                <a:moveTo>
                  <a:pt x="0" y="321"/>
                </a:moveTo>
                <a:lnTo>
                  <a:pt x="139" y="151"/>
                </a:lnTo>
                <a:lnTo>
                  <a:pt x="765" y="0"/>
                </a:lnTo>
                <a:lnTo>
                  <a:pt x="625" y="171"/>
                </a:lnTo>
                <a:lnTo>
                  <a:pt x="0" y="321"/>
                </a:lnTo>
                <a:close/>
              </a:path>
            </a:pathLst>
          </a:custGeom>
          <a:gradFill>
            <a:gsLst>
              <a:gs pos="39000">
                <a:schemeClr val="accent4">
                  <a:lumMod val="75000"/>
                  <a:alpha val="100000"/>
                </a:schemeClr>
              </a:gs>
              <a:gs pos="100000">
                <a:schemeClr val="accent4">
                  <a:alpha val="100000"/>
                </a:schemeClr>
              </a:gs>
            </a:gsLst>
            <a:lin ang="10800000" scaled="1"/>
          </a:gradFill>
          <a:ln>
            <a:noFill/>
          </a:ln>
        </p:spPr>
        <p:txBody>
          <a:bodyPr vert="horz" wrap="square" lIns="91439" tIns="45719" rIns="91439" bIns="45719" numCol="1" anchor="t" anchorCtr="0" compatLnSpc="1">
            <a:noAutofit/>
          </a:bodyPr>
          <a:p>
            <a:pPr lvl="0" algn="l">
              <a:buClrTx/>
              <a:buSzTx/>
              <a:buFontTx/>
            </a:pPr>
            <a:endParaRPr lang="en-US" sz="1350">
              <a:solidFill>
                <a:schemeClr val="tx1"/>
              </a:solidFill>
              <a:sym typeface="+mn-ea"/>
            </a:endParaRPr>
          </a:p>
        </p:txBody>
      </p:sp>
      <p:sp>
        <p:nvSpPr>
          <p:cNvPr id="9" name="Freeform 8"/>
          <p:cNvSpPr/>
          <p:nvPr>
            <p:custDataLst>
              <p:tags r:id="rId5"/>
            </p:custDataLst>
          </p:nvPr>
        </p:nvSpPr>
        <p:spPr bwMode="auto">
          <a:xfrm>
            <a:off x="4881559" y="2931361"/>
            <a:ext cx="1148153" cy="1221102"/>
          </a:xfrm>
          <a:custGeom>
            <a:avLst/>
            <a:gdLst>
              <a:gd name="T0" fmla="*/ 724 w 724"/>
              <a:gd name="T1" fmla="*/ 123 h 770"/>
              <a:gd name="T2" fmla="*/ 631 w 724"/>
              <a:gd name="T3" fmla="*/ 770 h 770"/>
              <a:gd name="T4" fmla="*/ 0 w 724"/>
              <a:gd name="T5" fmla="*/ 647 h 770"/>
              <a:gd name="T6" fmla="*/ 94 w 724"/>
              <a:gd name="T7" fmla="*/ 0 h 770"/>
              <a:gd name="T8" fmla="*/ 724 w 724"/>
              <a:gd name="T9" fmla="*/ 123 h 770"/>
            </a:gdLst>
            <a:ahLst/>
            <a:cxnLst>
              <a:cxn ang="0">
                <a:pos x="T0" y="T1"/>
              </a:cxn>
              <a:cxn ang="0">
                <a:pos x="T2" y="T3"/>
              </a:cxn>
              <a:cxn ang="0">
                <a:pos x="T4" y="T5"/>
              </a:cxn>
              <a:cxn ang="0">
                <a:pos x="T6" y="T7"/>
              </a:cxn>
              <a:cxn ang="0">
                <a:pos x="T8" y="T9"/>
              </a:cxn>
            </a:cxnLst>
            <a:rect l="0" t="0" r="r" b="b"/>
            <a:pathLst>
              <a:path w="724" h="770">
                <a:moveTo>
                  <a:pt x="724" y="123"/>
                </a:moveTo>
                <a:lnTo>
                  <a:pt x="631" y="770"/>
                </a:lnTo>
                <a:lnTo>
                  <a:pt x="0" y="647"/>
                </a:lnTo>
                <a:lnTo>
                  <a:pt x="94" y="0"/>
                </a:lnTo>
                <a:lnTo>
                  <a:pt x="724" y="123"/>
                </a:lnTo>
                <a:close/>
              </a:path>
            </a:pathLst>
          </a:custGeom>
          <a:gradFill>
            <a:gsLst>
              <a:gs pos="0">
                <a:schemeClr val="accent2">
                  <a:alpha val="100000"/>
                </a:schemeClr>
              </a:gs>
              <a:gs pos="100000">
                <a:schemeClr val="accent2">
                  <a:lumMod val="70000"/>
                  <a:lumOff val="30000"/>
                  <a:alpha val="100000"/>
                </a:schemeClr>
              </a:gs>
            </a:gsLst>
            <a:lin ang="180000" scaled="0"/>
          </a:gradFill>
          <a:ln>
            <a:noFill/>
          </a:ln>
        </p:spPr>
        <p:txBody>
          <a:bodyPr vert="horz" wrap="square" lIns="91439" tIns="45719" rIns="91439" bIns="45719" numCol="1" anchor="t" anchorCtr="0" compatLnSpc="1"/>
          <a:p>
            <a:endParaRPr lang="en-US" sz="1350">
              <a:solidFill>
                <a:schemeClr val="tx1"/>
              </a:solidFill>
            </a:endParaRPr>
          </a:p>
        </p:txBody>
      </p:sp>
      <p:sp>
        <p:nvSpPr>
          <p:cNvPr id="10" name="Freeform 9"/>
          <p:cNvSpPr/>
          <p:nvPr>
            <p:custDataLst>
              <p:tags r:id="rId6"/>
            </p:custDataLst>
          </p:nvPr>
        </p:nvSpPr>
        <p:spPr bwMode="auto">
          <a:xfrm>
            <a:off x="5879374" y="2972593"/>
            <a:ext cx="461798" cy="1179870"/>
          </a:xfrm>
          <a:custGeom>
            <a:avLst/>
            <a:gdLst>
              <a:gd name="T0" fmla="*/ 93 w 291"/>
              <a:gd name="T1" fmla="*/ 97 h 744"/>
              <a:gd name="T2" fmla="*/ 291 w 291"/>
              <a:gd name="T3" fmla="*/ 0 h 744"/>
              <a:gd name="T4" fmla="*/ 198 w 291"/>
              <a:gd name="T5" fmla="*/ 647 h 744"/>
              <a:gd name="T6" fmla="*/ 0 w 291"/>
              <a:gd name="T7" fmla="*/ 744 h 744"/>
              <a:gd name="T8" fmla="*/ 93 w 291"/>
              <a:gd name="T9" fmla="*/ 97 h 744"/>
            </a:gdLst>
            <a:ahLst/>
            <a:cxnLst>
              <a:cxn ang="0">
                <a:pos x="T0" y="T1"/>
              </a:cxn>
              <a:cxn ang="0">
                <a:pos x="T2" y="T3"/>
              </a:cxn>
              <a:cxn ang="0">
                <a:pos x="T4" y="T5"/>
              </a:cxn>
              <a:cxn ang="0">
                <a:pos x="T6" y="T7"/>
              </a:cxn>
              <a:cxn ang="0">
                <a:pos x="T8" y="T9"/>
              </a:cxn>
            </a:cxnLst>
            <a:rect l="0" t="0" r="r" b="b"/>
            <a:pathLst>
              <a:path w="291" h="744">
                <a:moveTo>
                  <a:pt x="93" y="97"/>
                </a:moveTo>
                <a:lnTo>
                  <a:pt x="291" y="0"/>
                </a:lnTo>
                <a:lnTo>
                  <a:pt x="198" y="647"/>
                </a:lnTo>
                <a:lnTo>
                  <a:pt x="0" y="744"/>
                </a:lnTo>
                <a:lnTo>
                  <a:pt x="93" y="97"/>
                </a:lnTo>
                <a:close/>
              </a:path>
            </a:pathLst>
          </a:custGeom>
          <a:gradFill>
            <a:gsLst>
              <a:gs pos="0">
                <a:schemeClr val="accent2">
                  <a:lumMod val="70000"/>
                  <a:lumOff val="30000"/>
                  <a:alpha val="100000"/>
                </a:schemeClr>
              </a:gs>
              <a:gs pos="100000">
                <a:schemeClr val="accent2">
                  <a:lumMod val="70000"/>
                  <a:lumOff val="30000"/>
                  <a:alpha val="100000"/>
                </a:schemeClr>
              </a:gs>
              <a:gs pos="54000">
                <a:schemeClr val="accent2">
                  <a:lumMod val="50000"/>
                  <a:lumOff val="50000"/>
                  <a:alpha val="100000"/>
                </a:schemeClr>
              </a:gs>
            </a:gsLst>
            <a:lin ang="1326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1" name="Freeform 10"/>
          <p:cNvSpPr/>
          <p:nvPr>
            <p:custDataLst>
              <p:tags r:id="rId7"/>
            </p:custDataLst>
          </p:nvPr>
        </p:nvSpPr>
        <p:spPr bwMode="auto">
          <a:xfrm>
            <a:off x="5028091" y="2780389"/>
            <a:ext cx="1313081" cy="348886"/>
          </a:xfrm>
          <a:custGeom>
            <a:avLst/>
            <a:gdLst>
              <a:gd name="T0" fmla="*/ 0 w 828"/>
              <a:gd name="T1" fmla="*/ 97 h 220"/>
              <a:gd name="T2" fmla="*/ 198 w 828"/>
              <a:gd name="T3" fmla="*/ 0 h 220"/>
              <a:gd name="T4" fmla="*/ 828 w 828"/>
              <a:gd name="T5" fmla="*/ 123 h 220"/>
              <a:gd name="T6" fmla="*/ 630 w 828"/>
              <a:gd name="T7" fmla="*/ 220 h 220"/>
              <a:gd name="T8" fmla="*/ 0 w 828"/>
              <a:gd name="T9" fmla="*/ 97 h 220"/>
            </a:gdLst>
            <a:ahLst/>
            <a:cxnLst>
              <a:cxn ang="0">
                <a:pos x="T0" y="T1"/>
              </a:cxn>
              <a:cxn ang="0">
                <a:pos x="T2" y="T3"/>
              </a:cxn>
              <a:cxn ang="0">
                <a:pos x="T4" y="T5"/>
              </a:cxn>
              <a:cxn ang="0">
                <a:pos x="T6" y="T7"/>
              </a:cxn>
              <a:cxn ang="0">
                <a:pos x="T8" y="T9"/>
              </a:cxn>
            </a:cxnLst>
            <a:rect l="0" t="0" r="r" b="b"/>
            <a:pathLst>
              <a:path w="828" h="220">
                <a:moveTo>
                  <a:pt x="0" y="97"/>
                </a:moveTo>
                <a:lnTo>
                  <a:pt x="198" y="0"/>
                </a:lnTo>
                <a:lnTo>
                  <a:pt x="828" y="123"/>
                </a:lnTo>
                <a:lnTo>
                  <a:pt x="630" y="220"/>
                </a:lnTo>
                <a:lnTo>
                  <a:pt x="0" y="97"/>
                </a:lnTo>
                <a:close/>
              </a:path>
            </a:pathLst>
          </a:custGeom>
          <a:gradFill>
            <a:gsLst>
              <a:gs pos="39000">
                <a:schemeClr val="accent2">
                  <a:lumMod val="75000"/>
                  <a:alpha val="100000"/>
                </a:schemeClr>
              </a:gs>
              <a:gs pos="100000">
                <a:schemeClr val="accent2">
                  <a:alpha val="100000"/>
                </a:schemeClr>
              </a:gs>
            </a:gsLst>
            <a:lin ang="10800000" scaled="1"/>
          </a:gradFill>
          <a:ln>
            <a:noFill/>
          </a:ln>
        </p:spPr>
        <p:txBody>
          <a:bodyPr vert="horz" wrap="square" lIns="91439" tIns="45719" rIns="91439" bIns="45719" numCol="1" anchor="t" anchorCtr="0" compatLnSpc="1">
            <a:noAutofit/>
          </a:bodyPr>
          <a:p>
            <a:pPr lvl="0" algn="l">
              <a:buClrTx/>
              <a:buSzTx/>
              <a:buFontTx/>
            </a:pPr>
            <a:endParaRPr lang="en-US" sz="1350">
              <a:solidFill>
                <a:schemeClr val="tx1"/>
              </a:solidFill>
              <a:sym typeface="+mn-ea"/>
            </a:endParaRPr>
          </a:p>
        </p:txBody>
      </p:sp>
      <p:sp>
        <p:nvSpPr>
          <p:cNvPr id="13" name="Freeform 11"/>
          <p:cNvSpPr/>
          <p:nvPr>
            <p:custDataLst>
              <p:tags r:id="rId8"/>
            </p:custDataLst>
          </p:nvPr>
        </p:nvSpPr>
        <p:spPr bwMode="auto">
          <a:xfrm>
            <a:off x="5944710" y="1702648"/>
            <a:ext cx="1181138" cy="1162108"/>
          </a:xfrm>
          <a:custGeom>
            <a:avLst/>
            <a:gdLst>
              <a:gd name="T0" fmla="*/ 601 w 745"/>
              <a:gd name="T1" fmla="*/ 0 h 733"/>
              <a:gd name="T2" fmla="*/ 745 w 745"/>
              <a:gd name="T3" fmla="*/ 641 h 733"/>
              <a:gd name="T4" fmla="*/ 142 w 745"/>
              <a:gd name="T5" fmla="*/ 733 h 733"/>
              <a:gd name="T6" fmla="*/ 0 w 745"/>
              <a:gd name="T7" fmla="*/ 91 h 733"/>
              <a:gd name="T8" fmla="*/ 601 w 745"/>
              <a:gd name="T9" fmla="*/ 0 h 733"/>
            </a:gdLst>
            <a:ahLst/>
            <a:cxnLst>
              <a:cxn ang="0">
                <a:pos x="T0" y="T1"/>
              </a:cxn>
              <a:cxn ang="0">
                <a:pos x="T2" y="T3"/>
              </a:cxn>
              <a:cxn ang="0">
                <a:pos x="T4" y="T5"/>
              </a:cxn>
              <a:cxn ang="0">
                <a:pos x="T6" y="T7"/>
              </a:cxn>
              <a:cxn ang="0">
                <a:pos x="T8" y="T9"/>
              </a:cxn>
            </a:cxnLst>
            <a:rect l="0" t="0" r="r" b="b"/>
            <a:pathLst>
              <a:path w="745" h="733">
                <a:moveTo>
                  <a:pt x="601" y="0"/>
                </a:moveTo>
                <a:lnTo>
                  <a:pt x="745" y="641"/>
                </a:lnTo>
                <a:lnTo>
                  <a:pt x="142" y="733"/>
                </a:lnTo>
                <a:lnTo>
                  <a:pt x="0" y="91"/>
                </a:lnTo>
                <a:lnTo>
                  <a:pt x="601" y="0"/>
                </a:lnTo>
                <a:close/>
              </a:path>
            </a:pathLst>
          </a:custGeom>
          <a:gradFill>
            <a:gsLst>
              <a:gs pos="0">
                <a:schemeClr val="accent1">
                  <a:lumMod val="30000"/>
                  <a:lumOff val="70000"/>
                  <a:alpha val="100000"/>
                </a:schemeClr>
              </a:gs>
              <a:gs pos="100000">
                <a:schemeClr val="accent1">
                  <a:lumMod val="30000"/>
                  <a:lumOff val="70000"/>
                  <a:alpha val="100000"/>
                </a:schemeClr>
              </a:gs>
            </a:gsLst>
            <a:lin ang="270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5" name="Freeform 12"/>
          <p:cNvSpPr/>
          <p:nvPr>
            <p:custDataLst>
              <p:tags r:id="rId9"/>
            </p:custDataLst>
          </p:nvPr>
        </p:nvSpPr>
        <p:spPr bwMode="auto">
          <a:xfrm>
            <a:off x="5763924" y="2718858"/>
            <a:ext cx="1361925" cy="393290"/>
          </a:xfrm>
          <a:custGeom>
            <a:avLst/>
            <a:gdLst>
              <a:gd name="T0" fmla="*/ 859 w 859"/>
              <a:gd name="T1" fmla="*/ 0 h 248"/>
              <a:gd name="T2" fmla="*/ 603 w 859"/>
              <a:gd name="T3" fmla="*/ 156 h 248"/>
              <a:gd name="T4" fmla="*/ 0 w 859"/>
              <a:gd name="T5" fmla="*/ 248 h 248"/>
              <a:gd name="T6" fmla="*/ 256 w 859"/>
              <a:gd name="T7" fmla="*/ 92 h 248"/>
              <a:gd name="T8" fmla="*/ 859 w 859"/>
              <a:gd name="T9" fmla="*/ 0 h 248"/>
            </a:gdLst>
            <a:ahLst/>
            <a:cxnLst>
              <a:cxn ang="0">
                <a:pos x="T0" y="T1"/>
              </a:cxn>
              <a:cxn ang="0">
                <a:pos x="T2" y="T3"/>
              </a:cxn>
              <a:cxn ang="0">
                <a:pos x="T4" y="T5"/>
              </a:cxn>
              <a:cxn ang="0">
                <a:pos x="T6" y="T7"/>
              </a:cxn>
              <a:cxn ang="0">
                <a:pos x="T8" y="T9"/>
              </a:cxn>
            </a:cxnLst>
            <a:rect l="0" t="0" r="r" b="b"/>
            <a:pathLst>
              <a:path w="859" h="248">
                <a:moveTo>
                  <a:pt x="859" y="0"/>
                </a:moveTo>
                <a:lnTo>
                  <a:pt x="603" y="156"/>
                </a:lnTo>
                <a:lnTo>
                  <a:pt x="0" y="248"/>
                </a:lnTo>
                <a:lnTo>
                  <a:pt x="256" y="92"/>
                </a:lnTo>
                <a:lnTo>
                  <a:pt x="859" y="0"/>
                </a:lnTo>
                <a:close/>
              </a:path>
            </a:pathLst>
          </a:custGeom>
          <a:gradFill>
            <a:gsLst>
              <a:gs pos="0">
                <a:schemeClr val="accent1">
                  <a:lumMod val="80000"/>
                  <a:lumOff val="20000"/>
                  <a:alpha val="100000"/>
                </a:schemeClr>
              </a:gs>
              <a:gs pos="100000">
                <a:schemeClr val="accent1">
                  <a:lumMod val="80000"/>
                  <a:lumOff val="20000"/>
                  <a:alpha val="100000"/>
                </a:schemeClr>
              </a:gs>
            </a:gsLst>
            <a:lin ang="270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6" name="Freeform 13"/>
          <p:cNvSpPr/>
          <p:nvPr>
            <p:custDataLst>
              <p:tags r:id="rId10"/>
            </p:custDataLst>
          </p:nvPr>
        </p:nvSpPr>
        <p:spPr bwMode="auto">
          <a:xfrm>
            <a:off x="5538734" y="1846643"/>
            <a:ext cx="631167" cy="1265505"/>
          </a:xfrm>
          <a:custGeom>
            <a:avLst/>
            <a:gdLst>
              <a:gd name="T0" fmla="*/ 398 w 398"/>
              <a:gd name="T1" fmla="*/ 642 h 798"/>
              <a:gd name="T2" fmla="*/ 142 w 398"/>
              <a:gd name="T3" fmla="*/ 798 h 798"/>
              <a:gd name="T4" fmla="*/ 0 w 398"/>
              <a:gd name="T5" fmla="*/ 157 h 798"/>
              <a:gd name="T6" fmla="*/ 256 w 398"/>
              <a:gd name="T7" fmla="*/ 0 h 798"/>
              <a:gd name="T8" fmla="*/ 398 w 398"/>
              <a:gd name="T9" fmla="*/ 642 h 798"/>
            </a:gdLst>
            <a:ahLst/>
            <a:cxnLst>
              <a:cxn ang="0">
                <a:pos x="T0" y="T1"/>
              </a:cxn>
              <a:cxn ang="0">
                <a:pos x="T2" y="T3"/>
              </a:cxn>
              <a:cxn ang="0">
                <a:pos x="T4" y="T5"/>
              </a:cxn>
              <a:cxn ang="0">
                <a:pos x="T6" y="T7"/>
              </a:cxn>
              <a:cxn ang="0">
                <a:pos x="T8" y="T9"/>
              </a:cxn>
            </a:cxnLst>
            <a:rect l="0" t="0" r="r" b="b"/>
            <a:pathLst>
              <a:path w="398" h="798">
                <a:moveTo>
                  <a:pt x="398" y="642"/>
                </a:moveTo>
                <a:lnTo>
                  <a:pt x="142" y="798"/>
                </a:lnTo>
                <a:lnTo>
                  <a:pt x="0" y="157"/>
                </a:lnTo>
                <a:lnTo>
                  <a:pt x="256" y="0"/>
                </a:lnTo>
                <a:lnTo>
                  <a:pt x="398" y="642"/>
                </a:lnTo>
                <a:close/>
              </a:path>
            </a:pathLst>
          </a:custGeom>
          <a:gradFill>
            <a:gsLst>
              <a:gs pos="0">
                <a:schemeClr val="accent1">
                  <a:lumMod val="95000"/>
                  <a:alpha val="100000"/>
                </a:schemeClr>
              </a:gs>
              <a:gs pos="100000">
                <a:schemeClr val="accent1">
                  <a:alpha val="100000"/>
                </a:schemeClr>
              </a:gs>
            </a:gsLst>
            <a:lin ang="18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7" name="Freeform 14"/>
          <p:cNvSpPr/>
          <p:nvPr>
            <p:custDataLst>
              <p:tags r:id="rId11"/>
            </p:custDataLst>
          </p:nvPr>
        </p:nvSpPr>
        <p:spPr bwMode="auto">
          <a:xfrm>
            <a:off x="6142624" y="3769957"/>
            <a:ext cx="1282633" cy="1367000"/>
          </a:xfrm>
          <a:custGeom>
            <a:avLst/>
            <a:gdLst>
              <a:gd name="connsiteX0" fmla="*/ 1397 w 2022"/>
              <a:gd name="connsiteY0" fmla="*/ 0 h 2155"/>
              <a:gd name="connsiteX1" fmla="*/ 2022 w 2022"/>
              <a:gd name="connsiteY1" fmla="*/ 1460 h 2155"/>
              <a:gd name="connsiteX2" fmla="*/ 600 w 2022"/>
              <a:gd name="connsiteY2" fmla="*/ 2155 h 2155"/>
              <a:gd name="connsiteX3" fmla="*/ 0 w 2022"/>
              <a:gd name="connsiteY3" fmla="*/ 648 h 2155"/>
              <a:gd name="connsiteX4" fmla="*/ 1397 w 2022"/>
              <a:gd name="connsiteY4" fmla="*/ 0 h 2155"/>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2022" h="2155">
                <a:moveTo>
                  <a:pt x="1397" y="0"/>
                </a:moveTo>
                <a:lnTo>
                  <a:pt x="2022" y="1460"/>
                </a:lnTo>
                <a:lnTo>
                  <a:pt x="600" y="2155"/>
                </a:lnTo>
                <a:lnTo>
                  <a:pt x="0" y="648"/>
                </a:lnTo>
                <a:lnTo>
                  <a:pt x="1397" y="0"/>
                </a:lnTo>
                <a:close/>
              </a:path>
            </a:pathLst>
          </a:custGeom>
          <a:gradFill>
            <a:gsLst>
              <a:gs pos="0">
                <a:schemeClr val="accent3">
                  <a:lumMod val="40000"/>
                  <a:lumOff val="60000"/>
                  <a:alpha val="100000"/>
                </a:schemeClr>
              </a:gs>
              <a:gs pos="100000">
                <a:schemeClr val="accent3">
                  <a:lumMod val="40000"/>
                  <a:lumOff val="60000"/>
                  <a:alpha val="100000"/>
                </a:schemeClr>
              </a:gs>
            </a:gsLst>
            <a:lin ang="270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8" name="Freeform 15"/>
          <p:cNvSpPr/>
          <p:nvPr>
            <p:custDataLst>
              <p:tags r:id="rId12"/>
            </p:custDataLst>
          </p:nvPr>
        </p:nvSpPr>
        <p:spPr bwMode="auto">
          <a:xfrm>
            <a:off x="5690975" y="4118843"/>
            <a:ext cx="832887" cy="1018113"/>
          </a:xfrm>
          <a:custGeom>
            <a:avLst/>
            <a:gdLst>
              <a:gd name="T0" fmla="*/ 525 w 525"/>
              <a:gd name="T1" fmla="*/ 642 h 642"/>
              <a:gd name="T2" fmla="*/ 240 w 525"/>
              <a:gd name="T3" fmla="*/ 603 h 642"/>
              <a:gd name="T4" fmla="*/ 0 w 525"/>
              <a:gd name="T5" fmla="*/ 0 h 642"/>
              <a:gd name="T6" fmla="*/ 285 w 525"/>
              <a:gd name="T7" fmla="*/ 39 h 642"/>
              <a:gd name="T8" fmla="*/ 525 w 525"/>
              <a:gd name="T9" fmla="*/ 642 h 642"/>
            </a:gdLst>
            <a:ahLst/>
            <a:cxnLst>
              <a:cxn ang="0">
                <a:pos x="T0" y="T1"/>
              </a:cxn>
              <a:cxn ang="0">
                <a:pos x="T2" y="T3"/>
              </a:cxn>
              <a:cxn ang="0">
                <a:pos x="T4" y="T5"/>
              </a:cxn>
              <a:cxn ang="0">
                <a:pos x="T6" y="T7"/>
              </a:cxn>
              <a:cxn ang="0">
                <a:pos x="T8" y="T9"/>
              </a:cxn>
            </a:cxnLst>
            <a:rect l="0" t="0" r="r" b="b"/>
            <a:pathLst>
              <a:path w="525" h="642">
                <a:moveTo>
                  <a:pt x="525" y="642"/>
                </a:moveTo>
                <a:lnTo>
                  <a:pt x="240" y="603"/>
                </a:lnTo>
                <a:lnTo>
                  <a:pt x="0" y="0"/>
                </a:lnTo>
                <a:lnTo>
                  <a:pt x="285" y="39"/>
                </a:lnTo>
                <a:lnTo>
                  <a:pt x="525" y="642"/>
                </a:lnTo>
                <a:close/>
              </a:path>
            </a:pathLst>
          </a:custGeom>
          <a:gradFill>
            <a:gsLst>
              <a:gs pos="0">
                <a:schemeClr val="accent3">
                  <a:lumMod val="90000"/>
                  <a:alpha val="100000"/>
                </a:schemeClr>
              </a:gs>
              <a:gs pos="100000">
                <a:schemeClr val="accent3">
                  <a:alpha val="100000"/>
                </a:schemeClr>
              </a:gs>
            </a:gsLst>
            <a:lin ang="1680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sp>
        <p:nvSpPr>
          <p:cNvPr id="19" name="Freeform 16"/>
          <p:cNvSpPr/>
          <p:nvPr>
            <p:custDataLst>
              <p:tags r:id="rId13"/>
            </p:custDataLst>
          </p:nvPr>
        </p:nvSpPr>
        <p:spPr bwMode="auto">
          <a:xfrm>
            <a:off x="5690975" y="3696374"/>
            <a:ext cx="1335283" cy="487172"/>
          </a:xfrm>
          <a:custGeom>
            <a:avLst/>
            <a:gdLst>
              <a:gd name="connsiteX0" fmla="*/ 713 w 2105"/>
              <a:gd name="connsiteY0" fmla="*/ 768 h 768"/>
              <a:gd name="connsiteX1" fmla="*/ 0 w 2105"/>
              <a:gd name="connsiteY1" fmla="*/ 671 h 768"/>
              <a:gd name="connsiteX2" fmla="*/ 1431 w 2105"/>
              <a:gd name="connsiteY2" fmla="*/ 0 h 768"/>
              <a:gd name="connsiteX3" fmla="*/ 2105 w 2105"/>
              <a:gd name="connsiteY3" fmla="*/ 119 h 768"/>
              <a:gd name="connsiteX4" fmla="*/ 713 w 2105"/>
              <a:gd name="connsiteY4" fmla="*/ 768 h 768"/>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2105" h="768">
                <a:moveTo>
                  <a:pt x="713" y="768"/>
                </a:moveTo>
                <a:lnTo>
                  <a:pt x="0" y="671"/>
                </a:lnTo>
                <a:lnTo>
                  <a:pt x="1431" y="0"/>
                </a:lnTo>
                <a:lnTo>
                  <a:pt x="2105" y="119"/>
                </a:lnTo>
                <a:lnTo>
                  <a:pt x="713" y="768"/>
                </a:lnTo>
                <a:close/>
              </a:path>
            </a:pathLst>
          </a:custGeom>
          <a:gradFill>
            <a:gsLst>
              <a:gs pos="0">
                <a:schemeClr val="accent3">
                  <a:lumMod val="90000"/>
                  <a:lumOff val="10000"/>
                  <a:alpha val="100000"/>
                </a:schemeClr>
              </a:gs>
              <a:gs pos="100000">
                <a:schemeClr val="accent3">
                  <a:lumMod val="90000"/>
                  <a:lumOff val="10000"/>
                  <a:alpha val="100000"/>
                </a:schemeClr>
              </a:gs>
            </a:gsLst>
            <a:lin ang="2700000" scaled="0"/>
          </a:gradFill>
          <a:ln>
            <a:noFill/>
          </a:ln>
        </p:spPr>
        <p:txBody>
          <a:bodyPr vert="horz" wrap="square" lIns="91440" tIns="45720" rIns="91440" bIns="45720" numCol="1" anchor="t" anchorCtr="0" compatLnSpc="0">
            <a:noAutofit/>
          </a:bodyPr>
          <a:p>
            <a:pPr lvl="0" algn="ctr">
              <a:spcBef>
                <a:spcPts val="0"/>
              </a:spcBef>
              <a:spcAft>
                <a:spcPts val="0"/>
              </a:spcAft>
              <a:buClrTx/>
              <a:buSzTx/>
              <a:buFontTx/>
            </a:pPr>
            <a:endParaRPr lang="id-ID" sz="1350" noProof="0">
              <a:ln>
                <a:noFill/>
              </a:ln>
              <a:solidFill>
                <a:schemeClr val="tx1"/>
              </a:solidFill>
              <a:effectLst/>
              <a:uLnTx/>
              <a:uFillTx/>
              <a:sym typeface="+mn-ea"/>
            </a:endParaRPr>
          </a:p>
        </p:txBody>
      </p:sp>
      <p:cxnSp>
        <p:nvCxnSpPr>
          <p:cNvPr id="20" name="Straight Connector 28"/>
          <p:cNvCxnSpPr/>
          <p:nvPr>
            <p:custDataLst>
              <p:tags r:id="rId14"/>
            </p:custDataLst>
          </p:nvPr>
        </p:nvCxnSpPr>
        <p:spPr>
          <a:xfrm flipH="1">
            <a:off x="4177443" y="4482319"/>
            <a:ext cx="1524316" cy="0"/>
          </a:xfrm>
          <a:prstGeom prst="line">
            <a:avLst/>
          </a:prstGeom>
          <a:ln w="19050">
            <a:solidFill>
              <a:schemeClr val="accent3"/>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21" name="Straight Connector 29"/>
          <p:cNvCxnSpPr/>
          <p:nvPr>
            <p:custDataLst>
              <p:tags r:id="rId15"/>
            </p:custDataLst>
          </p:nvPr>
        </p:nvCxnSpPr>
        <p:spPr>
          <a:xfrm flipH="1">
            <a:off x="4177443" y="2289411"/>
            <a:ext cx="1281998" cy="0"/>
          </a:xfrm>
          <a:prstGeom prst="line">
            <a:avLst/>
          </a:prstGeom>
          <a:ln w="19050">
            <a:solidFill>
              <a:schemeClr val="accent1"/>
            </a:solidFill>
            <a:prstDash val="sysDash"/>
            <a:headEnd type="none"/>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30"/>
          <p:cNvCxnSpPr/>
          <p:nvPr>
            <p:custDataLst>
              <p:tags r:id="rId16"/>
            </p:custDataLst>
          </p:nvPr>
        </p:nvCxnSpPr>
        <p:spPr>
          <a:xfrm>
            <a:off x="6938085" y="5568307"/>
            <a:ext cx="1079010" cy="0"/>
          </a:xfrm>
          <a:prstGeom prst="line">
            <a:avLst/>
          </a:prstGeom>
          <a:ln w="19050">
            <a:solidFill>
              <a:schemeClr val="accent4"/>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30"/>
          <p:cNvCxnSpPr/>
          <p:nvPr>
            <p:custDataLst>
              <p:tags r:id="rId17"/>
            </p:custDataLst>
          </p:nvPr>
        </p:nvCxnSpPr>
        <p:spPr>
          <a:xfrm>
            <a:off x="6421733" y="3378570"/>
            <a:ext cx="1592190" cy="0"/>
          </a:xfrm>
          <a:prstGeom prst="line">
            <a:avLst/>
          </a:prstGeom>
          <a:ln w="19050">
            <a:solidFill>
              <a:schemeClr val="accent2"/>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24" name="矩形 11"/>
          <p:cNvSpPr/>
          <p:nvPr>
            <p:custDataLst>
              <p:tags r:id="rId18"/>
            </p:custDataLst>
          </p:nvPr>
        </p:nvSpPr>
        <p:spPr>
          <a:xfrm>
            <a:off x="422275" y="1711325"/>
            <a:ext cx="3522345" cy="10591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indent="0" algn="r" fontAlgn="auto">
              <a:lnSpc>
                <a:spcPct val="150000"/>
              </a:lnSpc>
            </a:pPr>
            <a:r>
              <a:rPr lang="zh-CN" altLang="en-US" sz="1400" dirty="0">
                <a:solidFill>
                  <a:schemeClr val="tx1">
                    <a:lumMod val="85000"/>
                    <a:lumOff val="15000"/>
                  </a:schemeClr>
                </a:solidFill>
                <a:uFillTx/>
                <a:latin typeface="+中文正文" charset="0"/>
                <a:sym typeface="+mn-ea"/>
              </a:rPr>
              <a:t>近期目标</a:t>
            </a:r>
            <a:r>
              <a:rPr lang="en-US" altLang="zh-CN" sz="1400" dirty="0">
                <a:solidFill>
                  <a:schemeClr val="tx1">
                    <a:lumMod val="85000"/>
                    <a:lumOff val="15000"/>
                  </a:schemeClr>
                </a:solidFill>
                <a:uFillTx/>
                <a:latin typeface="+中文正文" charset="0"/>
                <a:sym typeface="+mn-ea"/>
              </a:rPr>
              <a:t> (v0.2.0) - </a:t>
            </a:r>
            <a:r>
              <a:rPr lang="zh-CN" altLang="en-US" sz="1400" dirty="0">
                <a:solidFill>
                  <a:schemeClr val="tx1">
                    <a:lumMod val="85000"/>
                    <a:lumOff val="15000"/>
                  </a:schemeClr>
                </a:solidFill>
                <a:uFillTx/>
                <a:latin typeface="+中文正文" charset="0"/>
                <a:sym typeface="+mn-ea"/>
              </a:rPr>
              <a:t>完整的引用管理系统、高级数据分析和可视化、更多</a:t>
            </a:r>
            <a:r>
              <a:rPr lang="en-US" altLang="zh-CN" sz="1400" dirty="0">
                <a:solidFill>
                  <a:schemeClr val="tx1">
                    <a:lumMod val="85000"/>
                    <a:lumOff val="15000"/>
                  </a:schemeClr>
                </a:solidFill>
                <a:uFillTx/>
                <a:latin typeface="+中文正文" charset="0"/>
                <a:sym typeface="+mn-ea"/>
              </a:rPr>
              <a:t>LLM</a:t>
            </a:r>
            <a:r>
              <a:rPr lang="zh-CN" altLang="en-US" sz="1400" dirty="0">
                <a:solidFill>
                  <a:schemeClr val="tx1">
                    <a:lumMod val="85000"/>
                    <a:lumOff val="15000"/>
                  </a:schemeClr>
                </a:solidFill>
                <a:uFillTx/>
                <a:latin typeface="+中文正文" charset="0"/>
                <a:sym typeface="+mn-ea"/>
              </a:rPr>
              <a:t>支持</a:t>
            </a:r>
            <a:endParaRPr lang="zh-CN" altLang="en-US" sz="1400" dirty="0">
              <a:solidFill>
                <a:schemeClr val="tx1">
                  <a:lumMod val="85000"/>
                  <a:lumOff val="15000"/>
                </a:schemeClr>
              </a:solidFill>
              <a:uFillTx/>
              <a:latin typeface="+中文正文" charset="0"/>
              <a:sym typeface="+mn-ea"/>
            </a:endParaRPr>
          </a:p>
        </p:txBody>
      </p:sp>
      <p:sp>
        <p:nvSpPr>
          <p:cNvPr id="25" name="矩形 13"/>
          <p:cNvSpPr/>
          <p:nvPr>
            <p:custDataLst>
              <p:tags r:id="rId19"/>
            </p:custDataLst>
          </p:nvPr>
        </p:nvSpPr>
        <p:spPr>
          <a:xfrm>
            <a:off x="701040" y="3904615"/>
            <a:ext cx="3214370" cy="10591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indent="0" algn="r" fontAlgn="auto">
              <a:lnSpc>
                <a:spcPct val="150000"/>
              </a:lnSpc>
            </a:pPr>
            <a:r>
              <a:rPr lang="zh-CN" altLang="en-US" sz="1400" dirty="0">
                <a:solidFill>
                  <a:schemeClr val="tx1">
                    <a:lumMod val="85000"/>
                    <a:lumOff val="15000"/>
                  </a:schemeClr>
                </a:solidFill>
                <a:uFillTx/>
                <a:latin typeface="+中文正文" charset="0"/>
                <a:sym typeface="+mn-ea"/>
              </a:rPr>
              <a:t>长期愿景</a:t>
            </a:r>
            <a:r>
              <a:rPr lang="en-US" altLang="zh-CN" sz="1400" dirty="0">
                <a:solidFill>
                  <a:schemeClr val="tx1">
                    <a:lumMod val="85000"/>
                    <a:lumOff val="15000"/>
                  </a:schemeClr>
                </a:solidFill>
                <a:uFillTx/>
                <a:latin typeface="+中文正文" charset="0"/>
                <a:sym typeface="+mn-ea"/>
              </a:rPr>
              <a:t> (v1.0.0) - </a:t>
            </a:r>
            <a:r>
              <a:rPr lang="zh-CN" altLang="en-US" sz="1400" dirty="0">
                <a:solidFill>
                  <a:schemeClr val="tx1">
                    <a:lumMod val="85000"/>
                    <a:lumOff val="15000"/>
                  </a:schemeClr>
                </a:solidFill>
                <a:uFillTx/>
                <a:latin typeface="+中文正文" charset="0"/>
                <a:sym typeface="+mn-ea"/>
              </a:rPr>
              <a:t>自主研究能力、多模态理解、知识图谱集成、智能推荐系统</a:t>
            </a:r>
            <a:endParaRPr lang="zh-CN" altLang="en-US" sz="1400" dirty="0">
              <a:solidFill>
                <a:schemeClr val="tx1">
                  <a:lumMod val="85000"/>
                  <a:lumOff val="15000"/>
                </a:schemeClr>
              </a:solidFill>
              <a:uFillTx/>
              <a:latin typeface="+中文正文" charset="0"/>
              <a:sym typeface="+mn-ea"/>
            </a:endParaRPr>
          </a:p>
        </p:txBody>
      </p:sp>
      <p:sp>
        <p:nvSpPr>
          <p:cNvPr id="26" name="矩形 3"/>
          <p:cNvSpPr/>
          <p:nvPr>
            <p:custDataLst>
              <p:tags r:id="rId20"/>
            </p:custDataLst>
          </p:nvPr>
        </p:nvSpPr>
        <p:spPr>
          <a:xfrm>
            <a:off x="8294300" y="2807031"/>
            <a:ext cx="3195798" cy="10593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indent="0" algn="l" fontAlgn="auto">
              <a:lnSpc>
                <a:spcPct val="150000"/>
              </a:lnSpc>
            </a:pPr>
            <a:r>
              <a:rPr lang="zh-CN" altLang="en-US" sz="1400" dirty="0">
                <a:solidFill>
                  <a:schemeClr val="tx1">
                    <a:lumMod val="85000"/>
                    <a:lumOff val="15000"/>
                  </a:schemeClr>
                </a:solidFill>
                <a:uFillTx/>
                <a:latin typeface="+中文正文" charset="0"/>
                <a:sym typeface="+mn-ea"/>
              </a:rPr>
              <a:t>中期目标</a:t>
            </a:r>
            <a:r>
              <a:rPr lang="en-US" altLang="zh-CN" sz="1400" dirty="0">
                <a:solidFill>
                  <a:schemeClr val="tx1">
                    <a:lumMod val="85000"/>
                    <a:lumOff val="15000"/>
                  </a:schemeClr>
                </a:solidFill>
                <a:uFillTx/>
                <a:latin typeface="+中文正文" charset="0"/>
                <a:sym typeface="+mn-ea"/>
              </a:rPr>
              <a:t> (v0.3.0) - </a:t>
            </a:r>
            <a:r>
              <a:rPr lang="zh-CN" altLang="en-US" sz="1400" dirty="0">
                <a:solidFill>
                  <a:schemeClr val="tx1">
                    <a:lumMod val="85000"/>
                    <a:lumOff val="15000"/>
                  </a:schemeClr>
                </a:solidFill>
                <a:uFillTx/>
                <a:latin typeface="+中文正文" charset="0"/>
                <a:sym typeface="+mn-ea"/>
              </a:rPr>
              <a:t>高级协作功能、企业级部署选项、性能优化和扩展性提升</a:t>
            </a:r>
            <a:endParaRPr lang="zh-CN" altLang="en-US" sz="1400" dirty="0">
              <a:solidFill>
                <a:schemeClr val="tx1">
                  <a:lumMod val="85000"/>
                  <a:lumOff val="15000"/>
                </a:schemeClr>
              </a:solidFill>
              <a:uFillTx/>
              <a:latin typeface="+中文正文" charset="0"/>
              <a:sym typeface="+mn-ea"/>
            </a:endParaRPr>
          </a:p>
        </p:txBody>
      </p:sp>
      <p:pic>
        <p:nvPicPr>
          <p:cNvPr id="27" name="图片 16" descr="343439383331313b343532303033323bd3a6d3c3b9dcc0ed"/>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rot="20873969">
            <a:off x="6330388" y="2060415"/>
            <a:ext cx="443894" cy="443894"/>
          </a:xfrm>
          <a:prstGeom prst="rect">
            <a:avLst/>
          </a:prstGeom>
        </p:spPr>
      </p:pic>
      <p:pic>
        <p:nvPicPr>
          <p:cNvPr id="28" name="图片 4" descr="343439383331313b343532303032303bb8f6c8cbd0c5cfa2"/>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rot="471607">
            <a:off x="5221564" y="3327189"/>
            <a:ext cx="444670" cy="444670"/>
          </a:xfrm>
          <a:prstGeom prst="rect">
            <a:avLst/>
          </a:prstGeom>
        </p:spPr>
      </p:pic>
      <p:pic>
        <p:nvPicPr>
          <p:cNvPr id="29" name="图片 3" descr="343439383331313b343532303031393bd2b5bca8b9dcc0ed"/>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rot="20333184">
            <a:off x="6560653" y="4267278"/>
            <a:ext cx="412806" cy="412806"/>
          </a:xfrm>
          <a:prstGeom prst="rect">
            <a:avLst/>
          </a:prstGeom>
        </p:spPr>
      </p:pic>
      <p:sp>
        <p:nvSpPr>
          <p:cNvPr id="30" name="矩形 5"/>
          <p:cNvSpPr/>
          <p:nvPr>
            <p:custDataLst>
              <p:tags r:id="rId30"/>
            </p:custDataLst>
          </p:nvPr>
        </p:nvSpPr>
        <p:spPr>
          <a:xfrm>
            <a:off x="8294300" y="4999939"/>
            <a:ext cx="3195798" cy="10593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p>
            <a:pPr indent="0" algn="l" fontAlgn="auto">
              <a:lnSpc>
                <a:spcPct val="150000"/>
              </a:lnSpc>
            </a:pPr>
            <a:r>
              <a:rPr lang="zh-CN" altLang="en-US" sz="1400" dirty="0">
                <a:solidFill>
                  <a:schemeClr val="tx1">
                    <a:lumMod val="85000"/>
                    <a:lumOff val="15000"/>
                  </a:schemeClr>
                </a:solidFill>
                <a:uFillTx/>
                <a:latin typeface="+中文正文" charset="0"/>
                <a:sym typeface="+mn-ea"/>
              </a:rPr>
              <a:t>持续优化方向</a:t>
            </a:r>
            <a:r>
              <a:rPr lang="en-US" altLang="zh-CN" sz="1400" dirty="0">
                <a:solidFill>
                  <a:schemeClr val="tx1">
                    <a:lumMod val="85000"/>
                    <a:lumOff val="15000"/>
                  </a:schemeClr>
                </a:solidFill>
                <a:uFillTx/>
                <a:latin typeface="+中文正文" charset="0"/>
                <a:sym typeface="+mn-ea"/>
              </a:rPr>
              <a:t> - </a:t>
            </a:r>
            <a:r>
              <a:rPr lang="zh-CN" altLang="en-US" sz="1400" dirty="0">
                <a:solidFill>
                  <a:schemeClr val="tx1">
                    <a:lumMod val="85000"/>
                    <a:lumOff val="15000"/>
                  </a:schemeClr>
                </a:solidFill>
                <a:uFillTx/>
                <a:latin typeface="+中文正文" charset="0"/>
                <a:sym typeface="+mn-ea"/>
              </a:rPr>
              <a:t>提升研究质量、扩展工具生态、增强用户体验、强化安全保障</a:t>
            </a:r>
            <a:endParaRPr lang="zh-CN" altLang="en-US" sz="1400" dirty="0">
              <a:solidFill>
                <a:schemeClr val="tx1">
                  <a:lumMod val="85000"/>
                  <a:lumOff val="15000"/>
                </a:schemeClr>
              </a:solidFill>
              <a:uFillTx/>
              <a:latin typeface="+中文正文" charset="0"/>
              <a:sym typeface="+mn-ea"/>
            </a:endParaRPr>
          </a:p>
        </p:txBody>
      </p:sp>
      <p:pic>
        <p:nvPicPr>
          <p:cNvPr id="31" name="图片 14" descr="343439383331313b343532303033303bd2d1b9bad3a6d3c3"/>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rot="20824379">
            <a:off x="5803253" y="5420506"/>
            <a:ext cx="444670" cy="444670"/>
          </a:xfrm>
          <a:prstGeom prst="rect">
            <a:avLst/>
          </a:prstGeom>
        </p:spPr>
      </p:pic>
    </p:spTree>
    <p:custDataLst>
      <p:tags r:id="rId3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914400"/>
            <a:ext cx="2743200" cy="2743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3657600"/>
            <a:ext cx="3657600" cy="3657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4572000"/>
            <a:ext cx="1828800" cy="1828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10058400" cy="914400"/>
          </a:xfrm>
          <a:prstGeom prst="rect">
            <a:avLst/>
          </a:prstGeom>
          <a:noFill/>
        </p:spPr>
        <p:txBody>
          <a:bodyPr wrap="none">
            <a:spAutoFit/>
          </a:bodyPr>
          <a:lstStyle/>
          <a:p>
            <a:pPr>
              <a:defRPr sz="5400" b="1">
                <a:solidFill>
                  <a:srgbClr val="FFFFFF"/>
                </a:solidFill>
              </a:defRPr>
            </a:pPr>
            <a:r>
              <a:t>ResearcherNexus</a:t>
            </a:r>
          </a:p>
        </p:txBody>
      </p:sp>
      <p:sp>
        <p:nvSpPr>
          <p:cNvPr id="7" name="TextBox 6"/>
          <p:cNvSpPr txBox="1"/>
          <p:nvPr/>
        </p:nvSpPr>
        <p:spPr>
          <a:xfrm>
            <a:off x="731520" y="3291840"/>
            <a:ext cx="10058400" cy="731520"/>
          </a:xfrm>
          <a:prstGeom prst="rect">
            <a:avLst/>
          </a:prstGeom>
          <a:noFill/>
        </p:spPr>
        <p:txBody>
          <a:bodyPr wrap="none">
            <a:spAutoFit/>
          </a:bodyPr>
          <a:lstStyle/>
          <a:p>
            <a:pPr>
              <a:defRPr sz="2800">
                <a:solidFill>
                  <a:srgbClr val="BFDBFE"/>
                </a:solidFill>
              </a:defRPr>
            </a:pPr>
            <a:r>
              <a:t>让研究更智能 · 让知识更易得</a:t>
            </a:r>
          </a:p>
        </p:txBody>
      </p:sp>
    </p:spTree>
  </p:cSld>
  <p:clrMapOvr>
    <a:masterClrMapping/>
  </p:clrMapOvr>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1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671"/>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8671"/>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71"/>
  <p:tag name="KSO_WM_TEMPLATE_CATEGORY" val="custom"/>
  <p:tag name="KSO_WM_TEMPLATE_MASTER_TYPE" val="0"/>
</p:tagLst>
</file>

<file path=ppt/tags/tag23.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867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71"/>
  <p:tag name="KSO_WM_TEMPLATE_CATEGORY" val="custom"/>
  <p:tag name="KSO_WM_UNIT_TEXT_FILL_FORE_SCHEMECOLOR_INDEX" val="15"/>
  <p:tag name="KSO_WM_UNIT_USESOURCEFORMAT_APPLY" val="1"/>
</p:tagLst>
</file>

<file path=ppt/tags/tag24.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8671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71"/>
  <p:tag name="KSO_WM_TEMPLATE_CATEGORY" val="custom"/>
  <p:tag name="KSO_WM_UNIT_FILL_FORE_SCHEMECOLOR_INDEX" val="16"/>
  <p:tag name="KSO_WM_UNIT_FILL_TYPE" val="1"/>
  <p:tag name="KSO_WM_UNIT_TEXT_FILL_FORE_SCHEMECOLOR_INDEX" val="16"/>
  <p:tag name="KSO_WM_UNIT_TEXT_FILL_TYPE" val="1"/>
  <p:tag name="KSO_WM_UNIT_USESOURCEFORMAT_APPLY" val="1"/>
</p:tagLst>
</file>

<file path=ppt/tags/tag25.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26.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VALUE" val="20"/>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27.xml><?xml version="1.0" encoding="utf-8"?>
<p:tagLst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28.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2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29.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30.xml><?xml version="1.0" encoding="utf-8"?>
<p:tagLst xmlns:p="http://schemas.openxmlformats.org/presentationml/2006/main">
  <p:tag name="KSO_WM_UNIT_TYPE" val="l_h_i"/>
  <p:tag name="KSO_WM_UNIT_INDEX" val="1_2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31.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32.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VALUE" val="20"/>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33.xml><?xml version="1.0" encoding="utf-8"?>
<p:tagLst xmlns:p="http://schemas.openxmlformats.org/presentationml/2006/main">
  <p:tag name="KSO_WM_UNIT_TYPE" val="l_h_i"/>
  <p:tag name="KSO_WM_UNIT_INDEX" val="1_3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34.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35.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36.xml><?xml version="1.0" encoding="utf-8"?>
<p:tagLst xmlns:p="http://schemas.openxmlformats.org/presentationml/2006/main">
  <p:tag name="KSO_WM_UNIT_TYPE" val="l_h_i"/>
  <p:tag name="KSO_WM_UNIT_INDEX" val="1_4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37.xml><?xml version="1.0" encoding="utf-8"?>
<p:tagLst xmlns:p="http://schemas.openxmlformats.org/presentationml/2006/main">
  <p:tag name="KSO_WM_UNIT_TYPE" val="l_h_i"/>
  <p:tag name="KSO_WM_UNIT_SUBTYPE" val="d"/>
  <p:tag name="KSO_WM_UNIT_INDEX" val="1_5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5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38.xml><?xml version="1.0" encoding="utf-8"?>
<p:tagLst xmlns:p="http://schemas.openxmlformats.org/presentationml/2006/main">
  <p:tag name="KSO_WM_UNIT_TYPE" val="l_h_f"/>
  <p:tag name="KSO_WM_UNIT_INDEX" val="1_5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VALUE" val="20"/>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39.xml><?xml version="1.0" encoding="utf-8"?>
<p:tagLst xmlns:p="http://schemas.openxmlformats.org/presentationml/2006/main">
  <p:tag name="KSO_WM_UNIT_TYPE" val="l_h_i"/>
  <p:tag name="KSO_WM_UNIT_INDEX" val="1_5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40.xml><?xml version="1.0" encoding="utf-8"?>
<p:tagLst xmlns:p="http://schemas.openxmlformats.org/presentationml/2006/main">
  <p:tag name="KSO_WM_UNIT_TYPE" val="l_h_i"/>
  <p:tag name="KSO_WM_UNIT_SUBTYPE" val="d"/>
  <p:tag name="KSO_WM_UNIT_INDEX" val="1_6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6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5199999809265137,&quot;transparency&quot;:0},{&quot;brightness&quot;:0,&quot;colorType&quot;:1,&quot;foreColorIndex&quot;:15,&quot;pos&quot;:0.9300000071525574,&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15"/>
  <p:tag name="KSO_WM_UNIT_USESOURCEFORMAT_APPLY" val="1"/>
</p:tagLst>
</file>

<file path=ppt/tags/tag41.xml><?xml version="1.0" encoding="utf-8"?>
<p:tagLst xmlns:p="http://schemas.openxmlformats.org/presentationml/2006/main">
  <p:tag name="KSO_WM_UNIT_TYPE" val="l_h_f"/>
  <p:tag name="KSO_WM_UNIT_INDEX" val="1_6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f*1_6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UNIT_SUBTYPE" val="a"/>
  <p:tag name="KSO_WM_UNIT_TEXT_LAYER_COUNT" val="1"/>
  <p:tag name="KSO_WM_UNIT_PRESET_TEXT" val="添加目录项标题"/>
  <p:tag name="KSO_WM_UNIT_TEXT_TYPE" val="1"/>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42.xml><?xml version="1.0" encoding="utf-8"?>
<p:tagLst xmlns:p="http://schemas.openxmlformats.org/presentationml/2006/main">
  <p:tag name="KSO_WM_UNIT_TYPE" val="l_h_i"/>
  <p:tag name="KSO_WM_UNIT_INDEX" val="1_6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71_6*l_h_i*1_6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71"/>
  <p:tag name="KSO_WM_TEMPLATE_CATEGORY" val="custom"/>
  <p:tag name="KSO_WM_DIAGRAM_MAX_ITEMCNT" val="6"/>
  <p:tag name="KSO_WM_DIAGRAM_MIN_ITEMCNT" val="2"/>
  <p:tag name="KSO_WM_DIAGRAM_VIRTUALLY_FRAME" val="{&quot;height&quot;:220.41615933127258,&quot;left&quot;:117.02104683398947,&quot;top&quot;:207.31437403351066,&quot;width&quot;:728.2406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43.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671"/>
  <p:tag name="KSO_WM_TEMPLATE_CATEGORY" val="custom"/>
  <p:tag name="KSO_WM_SLIDE_INDEX" val="4"/>
  <p:tag name="KSO_WM_SLIDE_ID" val="custom20238671_4"/>
  <p:tag name="KSO_WM_TEMPLATE_MASTER_TYPE" val="0"/>
  <p:tag name="KSO_WM_SLIDE_LAYOUT" val="a_l"/>
  <p:tag name="KSO_WM_SLIDE_LAYOUT_CNT" val="1_1"/>
  <p:tag name="KSO_WM_SLIDE_DIAGTYPE" val="l"/>
</p:tagLst>
</file>

<file path=ppt/tags/tag4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2*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45.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1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UNIT_USESOURCEFORMAT_APPLY" val="1"/>
</p:tagLst>
</file>

<file path=ppt/tags/tag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5*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47.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2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UNIT_USESOURCEFORMAT_APPLY" val="1"/>
</p:tagLst>
</file>

<file path=ppt/tags/tag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5*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49.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3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UNIT_USESOURCEFORMAT_APPLY" val="1"/>
</p:tagLst>
</file>

<file path=ppt/tags/tag5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5*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51.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4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UNIT_USESOURCEFORMAT_APPLY" val="1"/>
</p:tagLst>
</file>

<file path=ppt/tags/tag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5*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53.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5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5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UNIT_USESOURCEFORMAT_APPLY" val="1"/>
</p:tagLst>
</file>

<file path=ppt/tags/tag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751_5*l_h_a*1_5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55.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6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6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77,&quot;left&quot;:54.30935301837269,&quot;top&quot;:111.22056110651485,&quot;width&quot;:850.0306359908136}"/>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UNIT_USESOURCEFORMAT_APPLY" val="1"/>
</p:tagLst>
</file>

<file path=ppt/tags/tag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751_5*l_h_a*1_6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77,&quot;left&quot;:54.30935301837269,&quot;top&quot;:111.22056110651485,&quot;width&quot;:850.030635990813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57.xml><?xml version="1.0" encoding="utf-8"?>
<p:tagLst xmlns:p="http://schemas.openxmlformats.org/presentationml/2006/main">
  <p:tag name="KSO_WM_SLIDE_ID" val="diagram2023175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51"/>
  <p:tag name="KSO_WM_SLIDE_TYPE" val="text"/>
  <p:tag name="KSO_WM_SLIDE_SUBTYPE" val="diag"/>
  <p:tag name="KSO_WM_SLIDE_SIZE" val="850.917*298.158"/>
  <p:tag name="KSO_WM_SLIDE_POSITION" val="54.366*170.703"/>
  <p:tag name="KSO_WM_SLIDE_LAYOUT" val="a_l"/>
  <p:tag name="KSO_WM_SLIDE_LAYOUT_CNT" val="1_1"/>
  <p:tag name="KSO_WM_SPECIAL_SOURCE" val="bdnull"/>
  <p:tag name="KSO_WM_DIAGRAM_GROUP_CODE" val="l1-1"/>
  <p:tag name="KSO_WM_SLIDE_DIAGTYPE" val="l"/>
</p:tagLst>
</file>

<file path=ppt/tags/tag5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2*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59.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2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2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8,&quot;left&quot;:54.30935301837269,&quot;top&quot;:111.22056110651485,&quot;width&quot;:850.5025367454069}"/>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1"/>
</p:tagLst>
</file>

<file path=ppt/tags/tag60.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1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1_1"/>
  <p:tag name="KSO_WM_TEMPLATE_INDEX" val="20231751"/>
  <p:tag name="KSO_WM_TAG_VERSION" val="3.0"/>
  <p:tag name="KSO_WM_DIAGRAM_VERSION" val="3"/>
  <p:tag name="KSO_WM_DIAGRAM_COLOR_TEXT_CAN_REMOVE" val="n"/>
  <p:tag name="KSO_WM_DIAGRAM_MAX_ITEMCNT" val="6"/>
  <p:tag name="KSO_WM_DIAGRAM_VIRTUALLY_FRAME" val="{&quot;height&quot;:388.0961122850018,&quot;left&quot;:54.30935301837269,&quot;top&quot;:111.22056110651485,&quot;width&quot;:850.5025367454069}"/>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1"/>
</p:tagLst>
</file>

<file path=ppt/tags/tag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8,&quot;left&quot;:54.30935301837269,&quot;top&quot;:111.22056110651485,&quot;width&quot;:850.502536745406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1*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0961122850018,&quot;left&quot;:54.30935301837269,&quot;top&quot;:111.22056110651485,&quot;width&quot;:850.5025367454069}"/>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63.xml><?xml version="1.0" encoding="utf-8"?>
<p:tagLst xmlns:p="http://schemas.openxmlformats.org/presentationml/2006/main">
  <p:tag name="KSO_WM_SLIDE_ID" val="diagram2023175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51"/>
  <p:tag name="KSO_WM_SLIDE_TYPE" val="text"/>
  <p:tag name="KSO_WM_SLIDE_SUBTYPE" val="diag"/>
  <p:tag name="KSO_WM_SLIDE_SIZE" val="850.917*298.158"/>
  <p:tag name="KSO_WM_SLIDE_POSITION" val="54.366*170.703"/>
  <p:tag name="KSO_WM_SLIDE_LAYOUT" val="a_l"/>
  <p:tag name="KSO_WM_SLIDE_LAYOUT_CNT" val="1_1"/>
  <p:tag name="KSO_WM_SPECIAL_SOURCE" val="bdnull"/>
  <p:tag name="KSO_WM_DIAGRAM_GROUP_CODE" val="l1-1"/>
  <p:tag name="KSO_WM_SLIDE_DIAGTYPE" val="l"/>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87_1*a*1"/>
  <p:tag name="KSO_WM_TEMPLATE_CATEGORY" val="custom"/>
  <p:tag name="KSO_WM_TEMPLATE_INDEX" val="20235287"/>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29"/>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i*1_1"/>
  <p:tag name="KSO_WM_TEMPLATE_CATEGORY" val="diagram"/>
  <p:tag name="KSO_WM_TEMPLATE_INDEX" val="20235224"/>
  <p:tag name="KSO_WM_UNIT_LAYERLEVEL" val="1_1"/>
  <p:tag name="KSO_WM_TAG_VERSION" val="3.0"/>
  <p:tag name="KSO_WM_BEAUTIFY_FLAG" val="#wm#"/>
  <p:tag name="KSO_WM_UNIT_TYPE" val="l_i"/>
  <p:tag name="KSO_WM_UNIT_INDEX" val="1_1"/>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gradient&quot;:[{&quot;brightness&quot;:0,&quot;colorType&quot;:1,&quot;foreColorIndex&quot;:5,&quot;pos&quot;:0.07999999821186066,&quot;transparency&quot;:0.33000001311302185},{&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i*1_2"/>
  <p:tag name="KSO_WM_TEMPLATE_CATEGORY" val="diagram"/>
  <p:tag name="KSO_WM_TEMPLATE_INDEX" val="20235224"/>
  <p:tag name="KSO_WM_UNIT_LAYERLEVEL" val="1_1"/>
  <p:tag name="KSO_WM_TAG_VERSION" val="3.0"/>
  <p:tag name="KSO_WM_BEAUTIFY_FLAG" val="#wm#"/>
  <p:tag name="KSO_WM_UNIT_TYPE" val="l_i"/>
  <p:tag name="KSO_WM_UNIT_INDEX" val="1_2"/>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gradient&quot;:[{&quot;brightness&quot;:0.4000000059604645,&quot;colorType&quot;:1,&quot;foreColorIndex&quot;:5,&quot;pos&quot;:0.07999999821186066,&quot;transparency&quot;:0.44999998807907104},{&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i*1_3"/>
  <p:tag name="KSO_WM_TEMPLATE_CATEGORY" val="diagram"/>
  <p:tag name="KSO_WM_TEMPLATE_INDEX" val="20235224"/>
  <p:tag name="KSO_WM_UNIT_LAYERLEVEL" val="1_1"/>
  <p:tag name="KSO_WM_TAG_VERSION" val="3.0"/>
  <p:tag name="KSO_WM_BEAUTIFY_FLAG" val="#wm#"/>
  <p:tag name="KSO_WM_UNIT_TYPE" val="l_i"/>
  <p:tag name="KSO_WM_UNIT_INDEX" val="1_3"/>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gradient&quot;:[{&quot;brightness&quot;:0.800000011920929,&quot;colorType&quot;:1,&quot;foreColorIndex&quot;:5,&quot;pos&quot;:0,&quot;transparency&quot;:0.949999988079071},{&quot;brightness&quot;:0,&quot;colorType&quot;:1,&quot;foreColorIndex&quot;:5,&quot;pos&quot;:1,&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2_2"/>
  <p:tag name="KSO_WM_TEMPLATE_CATEGORY" val="diagram"/>
  <p:tag name="KSO_WM_TEMPLATE_INDEX" val="20235224"/>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4_2"/>
  <p:tag name="KSO_WM_TEMPLATE_CATEGORY" val="diagram"/>
  <p:tag name="KSO_WM_TEMPLATE_INDEX" val="20235224"/>
  <p:tag name="KSO_WM_UNIT_LAYERLEVEL" val="1_1_1"/>
  <p:tag name="KSO_WM_TAG_VERSION" val="3.0"/>
  <p:tag name="KSO_WM_BEAUTIFY_FLAG" val="#wm#"/>
  <p:tag name="KSO_WM_UNIT_TYPE" val="l_h_i"/>
  <p:tag name="KSO_WM_UNIT_INDEX" val="1_4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8"/>
  <p:tag name="KSO_WM_UNIT_USESOURCEFORMAT_APPLY"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6_2"/>
  <p:tag name="KSO_WM_TEMPLATE_CATEGORY" val="diagram"/>
  <p:tag name="KSO_WM_TEMPLATE_INDEX" val="20235224"/>
  <p:tag name="KSO_WM_UNIT_LAYERLEVEL" val="1_1_1"/>
  <p:tag name="KSO_WM_TAG_VERSION" val="3.0"/>
  <p:tag name="KSO_WM_BEAUTIFY_FLAG" val="#wm#"/>
  <p:tag name="KSO_WM_UNIT_TYPE" val="l_h_i"/>
  <p:tag name="KSO_WM_UNIT_INDEX" val="1_6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0"/>
  <p:tag name="KSO_WM_UNIT_USESOURCEFORMAT_APPLY"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8_2"/>
  <p:tag name="KSO_WM_TEMPLATE_CATEGORY" val="diagram"/>
  <p:tag name="KSO_WM_TEMPLATE_INDEX" val="20235224"/>
  <p:tag name="KSO_WM_UNIT_LAYERLEVEL" val="1_1_1"/>
  <p:tag name="KSO_WM_TAG_VERSION" val="3.0"/>
  <p:tag name="KSO_WM_BEAUTIFY_FLAG" val="#wm#"/>
  <p:tag name="KSO_WM_UNIT_TYPE" val="l_h_i"/>
  <p:tag name="KSO_WM_UNIT_INDEX" val="1_8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USESOURCEFORMAT_APPLY"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10_2"/>
  <p:tag name="KSO_WM_TEMPLATE_CATEGORY" val="diagram"/>
  <p:tag name="KSO_WM_TEMPLATE_INDEX" val="20235224"/>
  <p:tag name="KSO_WM_UNIT_LAYERLEVEL" val="1_1_1"/>
  <p:tag name="KSO_WM_TAG_VERSION" val="3.0"/>
  <p:tag name="KSO_WM_BEAUTIFY_FLAG" val="#wm#"/>
  <p:tag name="KSO_WM_UNIT_TYPE" val="l_h_i"/>
  <p:tag name="KSO_WM_UNIT_INDEX" val="1_10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8"/>
  <p:tag name="KSO_WM_UNIT_USESOURCEFORMAT_APPLY"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2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2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4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4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6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6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8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8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10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10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1_2"/>
  <p:tag name="KSO_WM_TEMPLATE_CATEGORY" val="diagram"/>
  <p:tag name="KSO_WM_TEMPLATE_INDEX" val="20235224"/>
  <p:tag name="KSO_WM_UNIT_LAYERLEVEL" val="1_1_1"/>
  <p:tag name="KSO_WM_TAG_VERSION" val="3.0"/>
  <p:tag name="KSO_WM_BEAUTIFY_FLAG" val="#wm#"/>
  <p:tag name="KSO_WM_UNIT_TYPE" val="l_h_i"/>
  <p:tag name="KSO_WM_UNIT_INDEX" val="1_1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3_2"/>
  <p:tag name="KSO_WM_TEMPLATE_CATEGORY" val="diagram"/>
  <p:tag name="KSO_WM_TEMPLATE_INDEX" val="20235224"/>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7"/>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5_2"/>
  <p:tag name="KSO_WM_TEMPLATE_CATEGORY" val="diagram"/>
  <p:tag name="KSO_WM_TEMPLATE_INDEX" val="20235224"/>
  <p:tag name="KSO_WM_UNIT_LAYERLEVEL" val="1_1_1"/>
  <p:tag name="KSO_WM_TAG_VERSION" val="3.0"/>
  <p:tag name="KSO_WM_BEAUTIFY_FLAG" val="#wm#"/>
  <p:tag name="KSO_WM_UNIT_TYPE" val="l_h_i"/>
  <p:tag name="KSO_WM_UNIT_INDEX" val="1_5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9"/>
  <p:tag name="KSO_WM_UNIT_USESOURCEFORMAT_APPLY"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7_2"/>
  <p:tag name="KSO_WM_TEMPLATE_CATEGORY" val="diagram"/>
  <p:tag name="KSO_WM_TEMPLATE_INDEX" val="20235224"/>
  <p:tag name="KSO_WM_UNIT_LAYERLEVEL" val="1_1_1"/>
  <p:tag name="KSO_WM_TAG_VERSION" val="3.0"/>
  <p:tag name="KSO_WM_BEAUTIFY_FLAG" val="#wm#"/>
  <p:tag name="KSO_WM_UNIT_TYPE" val="l_h_i"/>
  <p:tag name="KSO_WM_UNIT_INDEX" val="1_7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9_2"/>
  <p:tag name="KSO_WM_TEMPLATE_CATEGORY" val="diagram"/>
  <p:tag name="KSO_WM_TEMPLATE_INDEX" val="20235224"/>
  <p:tag name="KSO_WM_UNIT_LAYERLEVEL" val="1_1_1"/>
  <p:tag name="KSO_WM_TAG_VERSION" val="3.0"/>
  <p:tag name="KSO_WM_BEAUTIFY_FLAG" val="#wm#"/>
  <p:tag name="KSO_WM_UNIT_TYPE" val="l_h_i"/>
  <p:tag name="KSO_WM_UNIT_INDEX" val="1_9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7"/>
  <p:tag name="KSO_WM_UNIT_USESOURCEFORMAT_APPLY"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1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1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3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3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5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5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7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7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i*1_9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9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2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2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4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4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6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6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8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8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10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10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1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1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3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3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5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5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7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7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5*l_h_f*1_9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9_1"/>
  <p:tag name="KSO_WM_DIAGRAM_VERSION" val="3"/>
  <p:tag name="KSO_WM_DIAGRAM_COLOR_TRICK" val="1"/>
  <p:tag name="KSO_WM_DIAGRAM_COLOR_TEXT_CAN_REMOVE" val="n"/>
  <p:tag name="KSO_WM_UNIT_VALUE" val="55"/>
  <p:tag name="KSO_WM_DIAGRAM_GROUP_CODE" val="l1-1"/>
  <p:tag name="KSO_WM_UNIT_PRESET_TEXT" val="单击此处输入您的项正文文字是您思想的提炼，请尽量言简意赅的阐述。"/>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035477638245,&quot;left&quot;:0,&quot;top&quot;:117.83370815548935,&quot;width&quot;:9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8.xml><?xml version="1.0" encoding="utf-8"?>
<p:tagLst xmlns:p="http://schemas.openxmlformats.org/presentationml/2006/main">
  <p:tag name="KSO_WM_BEAUTIFY_FLAG" val="#wm#"/>
  <p:tag name="KSO_WM_TEMPLATE_CATEGORY" val="custom"/>
  <p:tag name="KSO_WM_TEMPLATE_INDEX" val="20235287"/>
  <p:tag name="RESOURCE_RECORD_KEY" val="{&quot;10&quot;:[20090547],&quot;65&quot;:[3]}"/>
  <p:tag name="KSO_WM_SLIDE_ID" val="custom20235287_1"/>
  <p:tag name="KSO_WM_TEMPLATE_SUBCATEGORY" val="0"/>
  <p:tag name="KSO_WM_TEMPLATE_MASTER_TYPE" val="0"/>
  <p:tag name="KSO_WM_TEMPLATE_COLOR_TYPE" val="0"/>
  <p:tag name="KSO_WM_SLIDE_ITEM_CNT" val="7"/>
  <p:tag name="KSO_WM_SLIDE_INDEX" val="1"/>
  <p:tag name="KSO_WM_TAG_VERSION" val="3.0"/>
  <p:tag name="KSO_WM_SLIDE_LAYOUT" val="a_l"/>
  <p:tag name="KSO_WM_SLIDE_LAYOUT_CNT" val="1_1"/>
  <p:tag name="KSO_WM_SLIDE_TYPE" val="text"/>
  <p:tag name="KSO_WM_SLIDE_SUBTYPE" val="picTxt"/>
  <p:tag name="KSO_WM_SLIDE_SIZE" val="960*380.6"/>
  <p:tag name="KSO_WM_SLIDE_POSITION" val="0*117.675"/>
  <p:tag name="KSO_WM_DIAGRAM_GROUP_CODE" val="l1-1"/>
  <p:tag name="KSO_WM_SLIDE_DIAGTYPE" val="l"/>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1"/>
  <p:tag name="KSO_WM_TEMPLATE_CATEGORY" val="diagram"/>
  <p:tag name="KSO_WM_TEMPLATE_INDEX" val="20235238"/>
  <p:tag name="KSO_WM_UNIT_LAYERLEVEL" val="1_1_1"/>
  <p:tag name="KSO_WM_TAG_VERSION" val="3.0"/>
  <p:tag name="KSO_WM_UNIT_TYPE" val="l_h_i"/>
  <p:tag name="KSO_WM_UNIT_INDEX" val="1_1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2"/>
  <p:tag name="KSO_WM_TEMPLATE_CATEGORY" val="diagram"/>
  <p:tag name="KSO_WM_TEMPLATE_INDEX" val="20235238"/>
  <p:tag name="KSO_WM_UNIT_LAYERLEVEL" val="1_1_1"/>
  <p:tag name="KSO_WM_TAG_VERSION" val="3.0"/>
  <p:tag name="KSO_WM_UNIT_TYPE" val="l_h_i"/>
  <p:tag name="KSO_WM_UNIT_INDEX" val="1_1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1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1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项正文内容"/>
  <p:tag name="KSO_WM_UNIT_FILL_TYPE" val="3"/>
  <p:tag name="KSO_WM_UNIT_TEXT_TYPE" val="1"/>
  <p:tag name="KSO_WM_DIAGRAM_USE_COLOR_VALUE" val="{&quot;color_scheme&quot;:1,&quot;color_type&quot;:1,&quot;theme_color_indexes&quot;:[5,6,5,6,5,6]}"/>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3"/>
  <p:tag name="KSO_WM_TEMPLATE_CATEGORY" val="diagram"/>
  <p:tag name="KSO_WM_TEMPLATE_INDEX" val="20235238"/>
  <p:tag name="KSO_WM_UNIT_LAYERLEVEL" val="1_1_1"/>
  <p:tag name="KSO_WM_TAG_VERSION" val="3.0"/>
  <p:tag name="KSO_WM_UNIT_TYPE" val="l_h_i"/>
  <p:tag name="KSO_WM_UNIT_INDEX" val="1_1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4"/>
  <p:tag name="KSO_WM_TEMPLATE_CATEGORY" val="diagram"/>
  <p:tag name="KSO_WM_TEMPLATE_INDEX" val="20235238"/>
  <p:tag name="KSO_WM_UNIT_LAYERLEVEL" val="1_1_1"/>
  <p:tag name="KSO_WM_TAG_VERSION" val="3.0"/>
  <p:tag name="KSO_WM_UNIT_TYPE" val="l_h_i"/>
  <p:tag name="KSO_WM_UNIT_INDEX" val="1_1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5"/>
  <p:tag name="KSO_WM_TEMPLATE_CATEGORY" val="diagram"/>
  <p:tag name="KSO_WM_TEMPLATE_INDEX" val="20235238"/>
  <p:tag name="KSO_WM_UNIT_LAYERLEVEL" val="1_1_1"/>
  <p:tag name="KSO_WM_TAG_VERSION" val="3.0"/>
  <p:tag name="KSO_WM_UNIT_TYPE" val="l_h_i"/>
  <p:tag name="KSO_WM_UNIT_INDEX" val="1_1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6"/>
  <p:tag name="KSO_WM_TEMPLATE_CATEGORY" val="diagram"/>
  <p:tag name="KSO_WM_TEMPLATE_INDEX" val="20235238"/>
  <p:tag name="KSO_WM_UNIT_LAYERLEVEL" val="1_1_1"/>
  <p:tag name="KSO_WM_TAG_VERSION" val="3.0"/>
  <p:tag name="KSO_WM_UNIT_TYPE" val="l_h_i"/>
  <p:tag name="KSO_WM_UNIT_INDEX" val="1_1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7"/>
  <p:tag name="KSO_WM_TEMPLATE_CATEGORY" val="diagram"/>
  <p:tag name="KSO_WM_TEMPLATE_INDEX" val="20235238"/>
  <p:tag name="KSO_WM_UNIT_LAYERLEVEL" val="1_1_1"/>
  <p:tag name="KSO_WM_TAG_VERSION" val="3.0"/>
  <p:tag name="KSO_WM_UNIT_TYPE" val="l_h_i"/>
  <p:tag name="KSO_WM_UNIT_INDEX" val="1_1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1_8"/>
  <p:tag name="KSO_WM_TEMPLATE_CATEGORY" val="diagram"/>
  <p:tag name="KSO_WM_TEMPLATE_INDEX" val="20235238"/>
  <p:tag name="KSO_WM_UNIT_LAYERLEVEL" val="1_1_1"/>
  <p:tag name="KSO_WM_TAG_VERSION" val="3.0"/>
  <p:tag name="KSO_WM_UNIT_TYPE" val="l_h_i"/>
  <p:tag name="KSO_WM_UNIT_INDEX" val="1_1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1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1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1"/>
  <p:tag name="KSO_WM_TEMPLATE_CATEGORY" val="diagram"/>
  <p:tag name="KSO_WM_TEMPLATE_INDEX" val="20235238"/>
  <p:tag name="KSO_WM_UNIT_LAYERLEVEL" val="1_1_1"/>
  <p:tag name="KSO_WM_TAG_VERSION" val="3.0"/>
  <p:tag name="KSO_WM_UNIT_TYPE" val="l_h_i"/>
  <p:tag name="KSO_WM_UNIT_INDEX" val="1_2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2"/>
  <p:tag name="KSO_WM_TEMPLATE_CATEGORY" val="diagram"/>
  <p:tag name="KSO_WM_TEMPLATE_INDEX" val="20235238"/>
  <p:tag name="KSO_WM_UNIT_LAYERLEVEL" val="1_1_1"/>
  <p:tag name="KSO_WM_TAG_VERSION" val="3.0"/>
  <p:tag name="KSO_WM_UNIT_TYPE" val="l_h_i"/>
  <p:tag name="KSO_WM_UNIT_INDEX" val="1_2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2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2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项正文"/>
  <p:tag name="KSO_WM_UNIT_FILL_TYPE" val="3"/>
  <p:tag name="KSO_WM_UNIT_TEXT_TYPE" val="1"/>
  <p:tag name="KSO_WM_DIAGRAM_USE_COLOR_VALUE" val="{&quot;color_scheme&quot;:1,&quot;color_type&quot;:1,&quot;theme_color_indexes&quot;:[5,6,5,6,5,6]}"/>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3"/>
  <p:tag name="KSO_WM_TEMPLATE_CATEGORY" val="diagram"/>
  <p:tag name="KSO_WM_TEMPLATE_INDEX" val="20235238"/>
  <p:tag name="KSO_WM_UNIT_LAYERLEVEL" val="1_1_1"/>
  <p:tag name="KSO_WM_TAG_VERSION" val="3.0"/>
  <p:tag name="KSO_WM_UNIT_TYPE" val="l_h_i"/>
  <p:tag name="KSO_WM_UNIT_INDEX" val="1_2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4"/>
  <p:tag name="KSO_WM_TEMPLATE_CATEGORY" val="diagram"/>
  <p:tag name="KSO_WM_TEMPLATE_INDEX" val="20235238"/>
  <p:tag name="KSO_WM_UNIT_LAYERLEVEL" val="1_1_1"/>
  <p:tag name="KSO_WM_TAG_VERSION" val="3.0"/>
  <p:tag name="KSO_WM_UNIT_TYPE" val="l_h_i"/>
  <p:tag name="KSO_WM_UNIT_INDEX" val="1_2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5"/>
  <p:tag name="KSO_WM_TEMPLATE_CATEGORY" val="diagram"/>
  <p:tag name="KSO_WM_TEMPLATE_INDEX" val="20235238"/>
  <p:tag name="KSO_WM_UNIT_LAYERLEVEL" val="1_1_1"/>
  <p:tag name="KSO_WM_TAG_VERSION" val="3.0"/>
  <p:tag name="KSO_WM_UNIT_TYPE" val="l_h_i"/>
  <p:tag name="KSO_WM_UNIT_INDEX" val="1_2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6"/>
  <p:tag name="KSO_WM_TEMPLATE_CATEGORY" val="diagram"/>
  <p:tag name="KSO_WM_TEMPLATE_INDEX" val="20235238"/>
  <p:tag name="KSO_WM_UNIT_LAYERLEVEL" val="1_1_1"/>
  <p:tag name="KSO_WM_TAG_VERSION" val="3.0"/>
  <p:tag name="KSO_WM_UNIT_TYPE" val="l_h_i"/>
  <p:tag name="KSO_WM_UNIT_INDEX" val="1_2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7"/>
  <p:tag name="KSO_WM_TEMPLATE_CATEGORY" val="diagram"/>
  <p:tag name="KSO_WM_TEMPLATE_INDEX" val="20235238"/>
  <p:tag name="KSO_WM_UNIT_LAYERLEVEL" val="1_1_1"/>
  <p:tag name="KSO_WM_TAG_VERSION" val="3.0"/>
  <p:tag name="KSO_WM_UNIT_TYPE" val="l_h_i"/>
  <p:tag name="KSO_WM_UNIT_INDEX" val="1_2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2_8"/>
  <p:tag name="KSO_WM_TEMPLATE_CATEGORY" val="diagram"/>
  <p:tag name="KSO_WM_TEMPLATE_INDEX" val="20235238"/>
  <p:tag name="KSO_WM_UNIT_LAYERLEVEL" val="1_1_1"/>
  <p:tag name="KSO_WM_TAG_VERSION" val="3.0"/>
  <p:tag name="KSO_WM_UNIT_TYPE" val="l_h_i"/>
  <p:tag name="KSO_WM_UNIT_INDEX" val="1_2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2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2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1"/>
  <p:tag name="KSO_WM_TEMPLATE_CATEGORY" val="diagram"/>
  <p:tag name="KSO_WM_TEMPLATE_INDEX" val="20235238"/>
  <p:tag name="KSO_WM_UNIT_LAYERLEVEL" val="1_1_1"/>
  <p:tag name="KSO_WM_TAG_VERSION" val="3.0"/>
  <p:tag name="KSO_WM_UNIT_TYPE" val="l_h_i"/>
  <p:tag name="KSO_WM_UNIT_INDEX" val="1_3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2"/>
  <p:tag name="KSO_WM_TEMPLATE_CATEGORY" val="diagram"/>
  <p:tag name="KSO_WM_TEMPLATE_INDEX" val="20235238"/>
  <p:tag name="KSO_WM_UNIT_LAYERLEVEL" val="1_1_1"/>
  <p:tag name="KSO_WM_TAG_VERSION" val="3.0"/>
  <p:tag name="KSO_WM_UNIT_TYPE" val="l_h_i"/>
  <p:tag name="KSO_WM_UNIT_INDEX" val="1_3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3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3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
  <p:tag name="KSO_WM_UNIT_FILL_TYPE" val="3"/>
  <p:tag name="KSO_WM_UNIT_TEXT_TYPE" val="1"/>
  <p:tag name="KSO_WM_DIAGRAM_USE_COLOR_VALUE" val="{&quot;color_scheme&quot;:1,&quot;color_type&quot;:1,&quot;theme_color_indexes&quot;:[5,6,5,6,5,6]}"/>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3"/>
  <p:tag name="KSO_WM_TEMPLATE_CATEGORY" val="diagram"/>
  <p:tag name="KSO_WM_TEMPLATE_INDEX" val="20235238"/>
  <p:tag name="KSO_WM_UNIT_LAYERLEVEL" val="1_1_1"/>
  <p:tag name="KSO_WM_TAG_VERSION" val="3.0"/>
  <p:tag name="KSO_WM_UNIT_TYPE" val="l_h_i"/>
  <p:tag name="KSO_WM_UNIT_INDEX" val="1_3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4"/>
  <p:tag name="KSO_WM_TEMPLATE_CATEGORY" val="diagram"/>
  <p:tag name="KSO_WM_TEMPLATE_INDEX" val="20235238"/>
  <p:tag name="KSO_WM_UNIT_LAYERLEVEL" val="1_1_1"/>
  <p:tag name="KSO_WM_TAG_VERSION" val="3.0"/>
  <p:tag name="KSO_WM_UNIT_TYPE" val="l_h_i"/>
  <p:tag name="KSO_WM_UNIT_INDEX" val="1_3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5"/>
  <p:tag name="KSO_WM_TEMPLATE_CATEGORY" val="diagram"/>
  <p:tag name="KSO_WM_TEMPLATE_INDEX" val="20235238"/>
  <p:tag name="KSO_WM_UNIT_LAYERLEVEL" val="1_1_1"/>
  <p:tag name="KSO_WM_TAG_VERSION" val="3.0"/>
  <p:tag name="KSO_WM_UNIT_TYPE" val="l_h_i"/>
  <p:tag name="KSO_WM_UNIT_INDEX" val="1_3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6"/>
  <p:tag name="KSO_WM_TEMPLATE_CATEGORY" val="diagram"/>
  <p:tag name="KSO_WM_TEMPLATE_INDEX" val="20235238"/>
  <p:tag name="KSO_WM_UNIT_LAYERLEVEL" val="1_1_1"/>
  <p:tag name="KSO_WM_TAG_VERSION" val="3.0"/>
  <p:tag name="KSO_WM_UNIT_TYPE" val="l_h_i"/>
  <p:tag name="KSO_WM_UNIT_INDEX" val="1_3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7"/>
  <p:tag name="KSO_WM_TEMPLATE_CATEGORY" val="diagram"/>
  <p:tag name="KSO_WM_TEMPLATE_INDEX" val="20235238"/>
  <p:tag name="KSO_WM_UNIT_LAYERLEVEL" val="1_1_1"/>
  <p:tag name="KSO_WM_TAG_VERSION" val="3.0"/>
  <p:tag name="KSO_WM_UNIT_TYPE" val="l_h_i"/>
  <p:tag name="KSO_WM_UNIT_INDEX" val="1_3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3_8"/>
  <p:tag name="KSO_WM_TEMPLATE_CATEGORY" val="diagram"/>
  <p:tag name="KSO_WM_TEMPLATE_INDEX" val="20235238"/>
  <p:tag name="KSO_WM_UNIT_LAYERLEVEL" val="1_1_1"/>
  <p:tag name="KSO_WM_TAG_VERSION" val="3.0"/>
  <p:tag name="KSO_WM_UNIT_TYPE" val="l_h_i"/>
  <p:tag name="KSO_WM_UNIT_INDEX" val="1_3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3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3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1"/>
  <p:tag name="KSO_WM_TEMPLATE_CATEGORY" val="diagram"/>
  <p:tag name="KSO_WM_TEMPLATE_INDEX" val="20235238"/>
  <p:tag name="KSO_WM_UNIT_LAYERLEVEL" val="1_1_1"/>
  <p:tag name="KSO_WM_TAG_VERSION" val="3.0"/>
  <p:tag name="KSO_WM_UNIT_TYPE" val="l_h_i"/>
  <p:tag name="KSO_WM_UNIT_INDEX" val="1_4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2"/>
  <p:tag name="KSO_WM_TEMPLATE_CATEGORY" val="diagram"/>
  <p:tag name="KSO_WM_TEMPLATE_INDEX" val="20235238"/>
  <p:tag name="KSO_WM_UNIT_LAYERLEVEL" val="1_1_1"/>
  <p:tag name="KSO_WM_TAG_VERSION" val="3.0"/>
  <p:tag name="KSO_WM_UNIT_TYPE" val="l_h_i"/>
  <p:tag name="KSO_WM_UNIT_INDEX" val="1_4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4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4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内容"/>
  <p:tag name="KSO_WM_UNIT_FILL_TYPE" val="3"/>
  <p:tag name="KSO_WM_UNIT_TEXT_TYPE" val="1"/>
  <p:tag name="KSO_WM_DIAGRAM_USE_COLOR_VALUE" val="{&quot;color_scheme&quot;:1,&quot;color_type&quot;:1,&quot;theme_color_indexes&quot;:[5,6,5,6,5,6]}"/>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3"/>
  <p:tag name="KSO_WM_TEMPLATE_CATEGORY" val="diagram"/>
  <p:tag name="KSO_WM_TEMPLATE_INDEX" val="20235238"/>
  <p:tag name="KSO_WM_UNIT_LAYERLEVEL" val="1_1_1"/>
  <p:tag name="KSO_WM_TAG_VERSION" val="3.0"/>
  <p:tag name="KSO_WM_UNIT_TYPE" val="l_h_i"/>
  <p:tag name="KSO_WM_UNIT_INDEX" val="1_4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4"/>
  <p:tag name="KSO_WM_TEMPLATE_CATEGORY" val="diagram"/>
  <p:tag name="KSO_WM_TEMPLATE_INDEX" val="20235238"/>
  <p:tag name="KSO_WM_UNIT_LAYERLEVEL" val="1_1_1"/>
  <p:tag name="KSO_WM_TAG_VERSION" val="3.0"/>
  <p:tag name="KSO_WM_UNIT_TYPE" val="l_h_i"/>
  <p:tag name="KSO_WM_UNIT_INDEX" val="1_4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5"/>
  <p:tag name="KSO_WM_TEMPLATE_CATEGORY" val="diagram"/>
  <p:tag name="KSO_WM_TEMPLATE_INDEX" val="20235238"/>
  <p:tag name="KSO_WM_UNIT_LAYERLEVEL" val="1_1_1"/>
  <p:tag name="KSO_WM_TAG_VERSION" val="3.0"/>
  <p:tag name="KSO_WM_UNIT_TYPE" val="l_h_i"/>
  <p:tag name="KSO_WM_UNIT_INDEX" val="1_4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6"/>
  <p:tag name="KSO_WM_TEMPLATE_CATEGORY" val="diagram"/>
  <p:tag name="KSO_WM_TEMPLATE_INDEX" val="20235238"/>
  <p:tag name="KSO_WM_UNIT_LAYERLEVEL" val="1_1_1"/>
  <p:tag name="KSO_WM_TAG_VERSION" val="3.0"/>
  <p:tag name="KSO_WM_UNIT_TYPE" val="l_h_i"/>
  <p:tag name="KSO_WM_UNIT_INDEX" val="1_4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7"/>
  <p:tag name="KSO_WM_TEMPLATE_CATEGORY" val="diagram"/>
  <p:tag name="KSO_WM_TEMPLATE_INDEX" val="20235238"/>
  <p:tag name="KSO_WM_UNIT_LAYERLEVEL" val="1_1_1"/>
  <p:tag name="KSO_WM_TAG_VERSION" val="3.0"/>
  <p:tag name="KSO_WM_UNIT_TYPE" val="l_h_i"/>
  <p:tag name="KSO_WM_UNIT_INDEX" val="1_4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4_8"/>
  <p:tag name="KSO_WM_TEMPLATE_CATEGORY" val="diagram"/>
  <p:tag name="KSO_WM_TEMPLATE_INDEX" val="20235238"/>
  <p:tag name="KSO_WM_UNIT_LAYERLEVEL" val="1_1_1"/>
  <p:tag name="KSO_WM_TAG_VERSION" val="3.0"/>
  <p:tag name="KSO_WM_UNIT_TYPE" val="l_h_i"/>
  <p:tag name="KSO_WM_UNIT_INDEX" val="1_4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4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4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1"/>
  <p:tag name="KSO_WM_TEMPLATE_CATEGORY" val="diagram"/>
  <p:tag name="KSO_WM_TEMPLATE_INDEX" val="20235238"/>
  <p:tag name="KSO_WM_UNIT_LAYERLEVEL" val="1_1_1"/>
  <p:tag name="KSO_WM_TAG_VERSION" val="3.0"/>
  <p:tag name="KSO_WM_UNIT_TYPE" val="l_h_i"/>
  <p:tag name="KSO_WM_UNIT_INDEX" val="1_5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2"/>
  <p:tag name="KSO_WM_TEMPLATE_CATEGORY" val="diagram"/>
  <p:tag name="KSO_WM_TEMPLATE_INDEX" val="20235238"/>
  <p:tag name="KSO_WM_UNIT_LAYERLEVEL" val="1_1_1"/>
  <p:tag name="KSO_WM_TAG_VERSION" val="3.0"/>
  <p:tag name="KSO_WM_UNIT_TYPE" val="l_h_i"/>
  <p:tag name="KSO_WM_UNIT_INDEX" val="1_5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5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5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
  <p:tag name="KSO_WM_UNIT_FILL_TYPE" val="3"/>
  <p:tag name="KSO_WM_UNIT_TEXT_TYPE" val="1"/>
  <p:tag name="KSO_WM_DIAGRAM_USE_COLOR_VALUE" val="{&quot;color_scheme&quot;:1,&quot;color_type&quot;:1,&quot;theme_color_indexes&quot;:[5,6,5,6,5,6]}"/>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3"/>
  <p:tag name="KSO_WM_TEMPLATE_CATEGORY" val="diagram"/>
  <p:tag name="KSO_WM_TEMPLATE_INDEX" val="20235238"/>
  <p:tag name="KSO_WM_UNIT_LAYERLEVEL" val="1_1_1"/>
  <p:tag name="KSO_WM_TAG_VERSION" val="3.0"/>
  <p:tag name="KSO_WM_UNIT_TYPE" val="l_h_i"/>
  <p:tag name="KSO_WM_UNIT_INDEX" val="1_5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4"/>
  <p:tag name="KSO_WM_TEMPLATE_CATEGORY" val="diagram"/>
  <p:tag name="KSO_WM_TEMPLATE_INDEX" val="20235238"/>
  <p:tag name="KSO_WM_UNIT_LAYERLEVEL" val="1_1_1"/>
  <p:tag name="KSO_WM_TAG_VERSION" val="3.0"/>
  <p:tag name="KSO_WM_UNIT_TYPE" val="l_h_i"/>
  <p:tag name="KSO_WM_UNIT_INDEX" val="1_5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5"/>
  <p:tag name="KSO_WM_TEMPLATE_CATEGORY" val="diagram"/>
  <p:tag name="KSO_WM_TEMPLATE_INDEX" val="20235238"/>
  <p:tag name="KSO_WM_UNIT_LAYERLEVEL" val="1_1_1"/>
  <p:tag name="KSO_WM_TAG_VERSION" val="3.0"/>
  <p:tag name="KSO_WM_UNIT_TYPE" val="l_h_i"/>
  <p:tag name="KSO_WM_UNIT_INDEX" val="1_5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6"/>
  <p:tag name="KSO_WM_TEMPLATE_CATEGORY" val="diagram"/>
  <p:tag name="KSO_WM_TEMPLATE_INDEX" val="20235238"/>
  <p:tag name="KSO_WM_UNIT_LAYERLEVEL" val="1_1_1"/>
  <p:tag name="KSO_WM_TAG_VERSION" val="3.0"/>
  <p:tag name="KSO_WM_UNIT_TYPE" val="l_h_i"/>
  <p:tag name="KSO_WM_UNIT_INDEX" val="1_5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7"/>
  <p:tag name="KSO_WM_TEMPLATE_CATEGORY" val="diagram"/>
  <p:tag name="KSO_WM_TEMPLATE_INDEX" val="20235238"/>
  <p:tag name="KSO_WM_UNIT_LAYERLEVEL" val="1_1_1"/>
  <p:tag name="KSO_WM_TAG_VERSION" val="3.0"/>
  <p:tag name="KSO_WM_UNIT_TYPE" val="l_h_i"/>
  <p:tag name="KSO_WM_UNIT_INDEX" val="1_5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5_8"/>
  <p:tag name="KSO_WM_TEMPLATE_CATEGORY" val="diagram"/>
  <p:tag name="KSO_WM_TEMPLATE_INDEX" val="20235238"/>
  <p:tag name="KSO_WM_UNIT_LAYERLEVEL" val="1_1_1"/>
  <p:tag name="KSO_WM_TAG_VERSION" val="3.0"/>
  <p:tag name="KSO_WM_UNIT_TYPE" val="l_h_i"/>
  <p:tag name="KSO_WM_UNIT_INDEX" val="1_5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5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5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1"/>
  <p:tag name="KSO_WM_TEMPLATE_CATEGORY" val="diagram"/>
  <p:tag name="KSO_WM_TEMPLATE_INDEX" val="20235238"/>
  <p:tag name="KSO_WM_UNIT_LAYERLEVEL" val="1_1_1"/>
  <p:tag name="KSO_WM_TAG_VERSION" val="3.0"/>
  <p:tag name="KSO_WM_UNIT_TYPE" val="l_h_i"/>
  <p:tag name="KSO_WM_UNIT_INDEX" val="1_6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2"/>
  <p:tag name="KSO_WM_TEMPLATE_CATEGORY" val="diagram"/>
  <p:tag name="KSO_WM_TEMPLATE_INDEX" val="20235238"/>
  <p:tag name="KSO_WM_UNIT_LAYERLEVEL" val="1_1_1"/>
  <p:tag name="KSO_WM_TAG_VERSION" val="3.0"/>
  <p:tag name="KSO_WM_UNIT_TYPE" val="l_h_i"/>
  <p:tag name="KSO_WM_UNIT_INDEX" val="1_6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6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6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项正文内容"/>
  <p:tag name="KSO_WM_UNIT_FILL_TYPE" val="3"/>
  <p:tag name="KSO_WM_UNIT_TEXT_TYPE" val="1"/>
  <p:tag name="KSO_WM_DIAGRAM_USE_COLOR_VALUE" val="{&quot;color_scheme&quot;:1,&quot;color_type&quot;:1,&quot;theme_color_indexes&quot;:[5,6,5,6,5,6]}"/>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3"/>
  <p:tag name="KSO_WM_TEMPLATE_CATEGORY" val="diagram"/>
  <p:tag name="KSO_WM_TEMPLATE_INDEX" val="20235238"/>
  <p:tag name="KSO_WM_UNIT_LAYERLEVEL" val="1_1_1"/>
  <p:tag name="KSO_WM_TAG_VERSION" val="3.0"/>
  <p:tag name="KSO_WM_UNIT_TYPE" val="l_h_i"/>
  <p:tag name="KSO_WM_UNIT_INDEX" val="1_6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4"/>
  <p:tag name="KSO_WM_TEMPLATE_CATEGORY" val="diagram"/>
  <p:tag name="KSO_WM_TEMPLATE_INDEX" val="20235238"/>
  <p:tag name="KSO_WM_UNIT_LAYERLEVEL" val="1_1_1"/>
  <p:tag name="KSO_WM_TAG_VERSION" val="3.0"/>
  <p:tag name="KSO_WM_UNIT_TYPE" val="l_h_i"/>
  <p:tag name="KSO_WM_UNIT_INDEX" val="1_6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5"/>
  <p:tag name="KSO_WM_TEMPLATE_CATEGORY" val="diagram"/>
  <p:tag name="KSO_WM_TEMPLATE_INDEX" val="20235238"/>
  <p:tag name="KSO_WM_UNIT_LAYERLEVEL" val="1_1_1"/>
  <p:tag name="KSO_WM_TAG_VERSION" val="3.0"/>
  <p:tag name="KSO_WM_UNIT_TYPE" val="l_h_i"/>
  <p:tag name="KSO_WM_UNIT_INDEX" val="1_6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6"/>
  <p:tag name="KSO_WM_TEMPLATE_CATEGORY" val="diagram"/>
  <p:tag name="KSO_WM_TEMPLATE_INDEX" val="20235238"/>
  <p:tag name="KSO_WM_UNIT_LAYERLEVEL" val="1_1_1"/>
  <p:tag name="KSO_WM_TAG_VERSION" val="3.0"/>
  <p:tag name="KSO_WM_UNIT_TYPE" val="l_h_i"/>
  <p:tag name="KSO_WM_UNIT_INDEX" val="1_6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7"/>
  <p:tag name="KSO_WM_TEMPLATE_CATEGORY" val="diagram"/>
  <p:tag name="KSO_WM_TEMPLATE_INDEX" val="20235238"/>
  <p:tag name="KSO_WM_UNIT_LAYERLEVEL" val="1_1_1"/>
  <p:tag name="KSO_WM_TAG_VERSION" val="3.0"/>
  <p:tag name="KSO_WM_UNIT_TYPE" val="l_h_i"/>
  <p:tag name="KSO_WM_UNIT_INDEX" val="1_6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6_8"/>
  <p:tag name="KSO_WM_TEMPLATE_CATEGORY" val="diagram"/>
  <p:tag name="KSO_WM_TEMPLATE_INDEX" val="20235238"/>
  <p:tag name="KSO_WM_UNIT_LAYERLEVEL" val="1_1_1"/>
  <p:tag name="KSO_WM_TAG_VERSION" val="3.0"/>
  <p:tag name="KSO_WM_UNIT_TYPE" val="l_h_i"/>
  <p:tag name="KSO_WM_UNIT_INDEX" val="1_6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6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6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1"/>
  <p:tag name="KSO_WM_TEMPLATE_CATEGORY" val="diagram"/>
  <p:tag name="KSO_WM_TEMPLATE_INDEX" val="20235238"/>
  <p:tag name="KSO_WM_UNIT_LAYERLEVEL" val="1_1_1"/>
  <p:tag name="KSO_WM_TAG_VERSION" val="3.0"/>
  <p:tag name="KSO_WM_UNIT_TYPE" val="l_h_i"/>
  <p:tag name="KSO_WM_UNIT_INDEX" val="1_7_1"/>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2"/>
  <p:tag name="KSO_WM_TEMPLATE_CATEGORY" val="diagram"/>
  <p:tag name="KSO_WM_TEMPLATE_INDEX" val="20235238"/>
  <p:tag name="KSO_WM_UNIT_LAYERLEVEL" val="1_1_1"/>
  <p:tag name="KSO_WM_TAG_VERSION" val="3.0"/>
  <p:tag name="KSO_WM_UNIT_TYPE" val="l_h_i"/>
  <p:tag name="KSO_WM_UNIT_INDEX" val="1_7_2"/>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f*1_7_1"/>
  <p:tag name="KSO_WM_TEMPLATE_CATEGORY" val="diagram"/>
  <p:tag name="KSO_WM_TEMPLATE_INDEX" val="20235238"/>
  <p:tag name="KSO_WM_UNIT_LAYERLEVEL" val="1_1_1"/>
  <p:tag name="KSO_WM_TAG_VERSION" val="3.0"/>
  <p:tag name="KSO_WM_UNIT_SUBTYPE" val="a"/>
  <p:tag name="KSO_WM_UNIT_TEXT_LAYER_COUNT" val="1"/>
  <p:tag name="KSO_WM_UNIT_NOCLEAR" val="0"/>
  <p:tag name="KSO_WM_UNIT_TYPE" val="l_h_f"/>
  <p:tag name="KSO_WM_UNIT_INDEX" val="1_7_1"/>
  <p:tag name="KSO_WM_DIAGRAM_GROUP_CODE" val="l1-1"/>
  <p:tag name="KSO_WM_UNIT_VALUE" val="44"/>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8500000238418579,&quot;colorType&quot;:1,&quot;foreColorIndex&quot;:5,&quot;pos&quot;:0,&quot;transparency&quot;:0},{&quot;brightness&quot;:1,&quot;colorType&quot;:1,&quot;foreColorIndex&quot;:5,&quot;pos&quot;:1,&quot;transparency&quot;:0}],&quot;type&quot;:3},&quot;glow&quot;:{&quot;colorType&quot;:0},&quot;line&quot;:{&quot;gradient&quot;:[{&quot;brightness&quot;:0.8999999761581421,&quot;colorType&quot;:1,&quot;foreColorIndex&quot;:6,&quot;pos&quot;:0,&quot;transparency&quot;:0},{&quot;brightness&quot;:0.949999988079071,&quot;colorType&quot;:1,&quot;foreColorIndex&quot;:6,&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项正文内容"/>
  <p:tag name="KSO_WM_UNIT_FILL_TYPE" val="3"/>
  <p:tag name="KSO_WM_UNIT_TEXT_TYPE" val="1"/>
  <p:tag name="KSO_WM_DIAGRAM_USE_COLOR_VALUE" val="{&quot;color_scheme&quot;:1,&quot;color_type&quot;:1,&quot;theme_color_indexes&quot;:[5,6,5,6,5,6]}"/>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3"/>
  <p:tag name="KSO_WM_TEMPLATE_CATEGORY" val="diagram"/>
  <p:tag name="KSO_WM_TEMPLATE_INDEX" val="20235238"/>
  <p:tag name="KSO_WM_UNIT_LAYERLEVEL" val="1_1_1"/>
  <p:tag name="KSO_WM_TAG_VERSION" val="3.0"/>
  <p:tag name="KSO_WM_UNIT_TYPE" val="l_h_i"/>
  <p:tag name="KSO_WM_UNIT_INDEX" val="1_7_3"/>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5,&quot;pos&quot;:0.49000000953674316,&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4"/>
  <p:tag name="KSO_WM_TEMPLATE_CATEGORY" val="diagram"/>
  <p:tag name="KSO_WM_TEMPLATE_INDEX" val="20235238"/>
  <p:tag name="KSO_WM_UNIT_LAYERLEVEL" val="1_1_1"/>
  <p:tag name="KSO_WM_TAG_VERSION" val="3.0"/>
  <p:tag name="KSO_WM_UNIT_TYPE" val="l_h_i"/>
  <p:tag name="KSO_WM_UNIT_INDEX" val="1_7_4"/>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quot;transparency&quot;:0},{&quot;brightness&quot;:0.6000000238418579,&quot;colorType&quot;:1,&quot;foreColorIndex&quot;:6,&quot;pos&quot;:1,&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5"/>
  <p:tag name="KSO_WM_TEMPLATE_CATEGORY" val="diagram"/>
  <p:tag name="KSO_WM_TEMPLATE_INDEX" val="20235238"/>
  <p:tag name="KSO_WM_UNIT_LAYERLEVEL" val="1_1_1"/>
  <p:tag name="KSO_WM_TAG_VERSION" val="3.0"/>
  <p:tag name="KSO_WM_UNIT_TYPE" val="l_h_i"/>
  <p:tag name="KSO_WM_UNIT_INDEX" val="1_7_5"/>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solid&quot;:{&quot;brightness&quot;:0,&quot;colorType&quot;:2,&quot;rgb&quot;:&quot;#fdfdf9&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6"/>
  <p:tag name="KSO_WM_TEMPLATE_CATEGORY" val="diagram"/>
  <p:tag name="KSO_WM_TEMPLATE_INDEX" val="20235238"/>
  <p:tag name="KSO_WM_UNIT_LAYERLEVEL" val="1_1_1"/>
  <p:tag name="KSO_WM_TAG_VERSION" val="3.0"/>
  <p:tag name="KSO_WM_UNIT_TYPE" val="l_h_i"/>
  <p:tag name="KSO_WM_UNIT_INDEX" val="1_7_6"/>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gradient&quot;:[{&quot;brightness&quot;:0,&quot;colorType&quot;:1,&quot;foreColorIndex&quot;:6,&quot;pos&quot;:0.05999999865889549,&quot;transparency&quot;:0.7200000286102295},{&quot;brightness&quot;:0.4000000059604645,&quot;colorType&quot;:1,&quot;foreColorIndex&quot;:6,&quot;pos&quot;:1,&quot;transparency&quot;:0.3300000131130218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7"/>
  <p:tag name="KSO_WM_TEMPLATE_CATEGORY" val="diagram"/>
  <p:tag name="KSO_WM_TEMPLATE_INDEX" val="20235238"/>
  <p:tag name="KSO_WM_UNIT_LAYERLEVEL" val="1_1_1"/>
  <p:tag name="KSO_WM_TAG_VERSION" val="3.0"/>
  <p:tag name="KSO_WM_UNIT_TYPE" val="l_h_i"/>
  <p:tag name="KSO_WM_UNIT_INDEX" val="1_7_7"/>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solidLine&quot;:{&quot;brightness&quot;:0,&quot;colorType&quot;:1,&quot;foreColorIndex&quot;:5,&quot;transparency&quot;:0},&quot;type&quot;:1},&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i*1_7_8"/>
  <p:tag name="KSO_WM_TEMPLATE_CATEGORY" val="diagram"/>
  <p:tag name="KSO_WM_TEMPLATE_INDEX" val="20235238"/>
  <p:tag name="KSO_WM_UNIT_LAYERLEVEL" val="1_1_1"/>
  <p:tag name="KSO_WM_TAG_VERSION" val="3.0"/>
  <p:tag name="KSO_WM_UNIT_TYPE" val="l_h_i"/>
  <p:tag name="KSO_WM_UNIT_INDEX" val="1_7_8"/>
  <p:tag name="KSO_WM_DIAGRAM_GROUP_CODE" val="l1-1"/>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8_4*l_h_a*1_7_1"/>
  <p:tag name="KSO_WM_TEMPLATE_CATEGORY" val="diagram"/>
  <p:tag name="KSO_WM_TEMPLATE_INDEX" val="20235238"/>
  <p:tag name="KSO_WM_UNIT_LAYERLEVEL" val="1_1_1"/>
  <p:tag name="KSO_WM_TAG_VERSION" val="3.0"/>
  <p:tag name="KSO_WM_UNIT_ISCONTENTSTITLE" val="0"/>
  <p:tag name="KSO_WM_UNIT_ISNUMDGMTITLE" val="0"/>
  <p:tag name="KSO_WM_UNIT_NOCLEAR" val="0"/>
  <p:tag name="KSO_WM_UNIT_TYPE" val="l_h_a"/>
  <p:tag name="KSO_WM_UNIT_INDEX" val="1_7_1"/>
  <p:tag name="KSO_WM_DIAGRAM_GROUP_CODE" val="l1-1"/>
  <p:tag name="KSO_WM_UNIT_VALUE" val="30"/>
  <p:tag name="KSO_WM_DIAGRAM_VERSION" val="3"/>
  <p:tag name="KSO_WM_DIAGRAM_COLOR_TRICK" val="1"/>
  <p:tag name="KSO_WM_DIAGRAM_COLOR_TEXT_CAN_REMOVE" val="n"/>
  <p:tag name="KSO_WM_DIAGRAM_MAX_ITEMCNT" val="8"/>
  <p:tag name="KSO_WM_DIAGRAM_MIN_ITEMCNT" val="4"/>
  <p:tag name="KSO_WM_DIAGRAM_VIRTUALLY_FRAME" val="{&quot;height&quot;:371.75,&quot;left&quot;:53.95,&quot;top&quot;:142.775,&quot;width&quot;:850.432641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标题具体内容单击此处添加标题具体内容"/>
  <p:tag name="KSO_WM_UNIT_TEXT_TYPE" val="1"/>
  <p:tag name="KSO_WM_DIAGRAM_USE_COLOR_VALUE" val="{&quot;color_scheme&quot;:1,&quot;color_type&quot;:1,&quot;theme_color_indexes&quot;:[5,6,5,6,5,6]}"/>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87_1*a*1"/>
  <p:tag name="KSO_WM_TEMPLATE_CATEGORY" val="custom"/>
  <p:tag name="KSO_WM_TEMPLATE_INDEX" val="20235287"/>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29"/>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1"/>
  <p:tag name="KSO_WM_TEMPLATE_CATEGORY" val="diagram"/>
  <p:tag name="KSO_WM_TEMPLATE_INDEX" val="20235224"/>
  <p:tag name="KSO_WM_UNIT_LAYERLEVEL" val="1_1"/>
  <p:tag name="KSO_WM_TAG_VERSION" val="3.0"/>
  <p:tag name="KSO_WM_BEAUTIFY_FLAG" val="#wm#"/>
  <p:tag name="KSO_WM_UNIT_TYPE" val="l_i"/>
  <p:tag name="KSO_WM_UNIT_INDEX" val="1_1"/>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gradient&quot;:[{&quot;brightness&quot;:0,&quot;colorType&quot;:1,&quot;foreColorIndex&quot;:5,&quot;pos&quot;:0.07999999821186066,&quot;transparency&quot;:0.33000001311302185},{&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2"/>
  <p:tag name="KSO_WM_TEMPLATE_CATEGORY" val="diagram"/>
  <p:tag name="KSO_WM_TEMPLATE_INDEX" val="20235224"/>
  <p:tag name="KSO_WM_UNIT_LAYERLEVEL" val="1_1"/>
  <p:tag name="KSO_WM_TAG_VERSION" val="3.0"/>
  <p:tag name="KSO_WM_BEAUTIFY_FLAG" val="#wm#"/>
  <p:tag name="KSO_WM_UNIT_TYPE" val="l_i"/>
  <p:tag name="KSO_WM_UNIT_INDEX" val="1_2"/>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gradient&quot;:[{&quot;brightness&quot;:0.4000000059604645,&quot;colorType&quot;:1,&quot;foreColorIndex&quot;:5,&quot;pos&quot;:0.07999999821186066,&quot;transparency&quot;:0.44999998807907104},{&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3"/>
  <p:tag name="KSO_WM_TEMPLATE_CATEGORY" val="diagram"/>
  <p:tag name="KSO_WM_TEMPLATE_INDEX" val="20235224"/>
  <p:tag name="KSO_WM_UNIT_LAYERLEVEL" val="1_1"/>
  <p:tag name="KSO_WM_TAG_VERSION" val="3.0"/>
  <p:tag name="KSO_WM_BEAUTIFY_FLAG" val="#wm#"/>
  <p:tag name="KSO_WM_UNIT_TYPE" val="l_i"/>
  <p:tag name="KSO_WM_UNIT_INDEX" val="1_3"/>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gradient&quot;:[{&quot;brightness&quot;:0.800000011920929,&quot;colorType&quot;:1,&quot;foreColorIndex&quot;:5,&quot;pos&quot;:0,&quot;transparency&quot;:0.949999988079071},{&quot;brightness&quot;:0,&quot;colorType&quot;:1,&quot;foreColorIndex&quot;:5,&quot;pos&quot;:1,&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6_2"/>
  <p:tag name="KSO_WM_TEMPLATE_CATEGORY" val="diagram"/>
  <p:tag name="KSO_WM_TEMPLATE_INDEX" val="20235224"/>
  <p:tag name="KSO_WM_UNIT_LAYERLEVEL" val="1_1_1"/>
  <p:tag name="KSO_WM_TAG_VERSION" val="3.0"/>
  <p:tag name="KSO_WM_BEAUTIFY_FLAG" val="#wm#"/>
  <p:tag name="KSO_WM_UNIT_TYPE" val="l_h_i"/>
  <p:tag name="KSO_WM_UNIT_INDEX" val="1_6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0"/>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1_2"/>
  <p:tag name="KSO_WM_TEMPLATE_CATEGORY" val="diagram"/>
  <p:tag name="KSO_WM_TEMPLATE_INDEX" val="20235224"/>
  <p:tag name="KSO_WM_UNIT_LAYERLEVEL" val="1_1_1"/>
  <p:tag name="KSO_WM_TAG_VERSION" val="3.0"/>
  <p:tag name="KSO_WM_BEAUTIFY_FLAG" val="#wm#"/>
  <p:tag name="KSO_WM_UNIT_TYPE" val="l_h_i"/>
  <p:tag name="KSO_WM_UNIT_INDEX" val="1_1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3_2"/>
  <p:tag name="KSO_WM_TEMPLATE_CATEGORY" val="diagram"/>
  <p:tag name="KSO_WM_TEMPLATE_INDEX" val="20235224"/>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7"/>
  <p:tag name="KSO_WM_UNIT_USESOURCEFORMAT_APPLY"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5_2"/>
  <p:tag name="KSO_WM_TEMPLATE_CATEGORY" val="diagram"/>
  <p:tag name="KSO_WM_TEMPLATE_INDEX" val="20235224"/>
  <p:tag name="KSO_WM_UNIT_LAYERLEVEL" val="1_1_1"/>
  <p:tag name="KSO_WM_TAG_VERSION" val="3.0"/>
  <p:tag name="KSO_WM_BEAUTIFY_FLAG" val="#wm#"/>
  <p:tag name="KSO_WM_UNIT_TYPE" val="l_h_i"/>
  <p:tag name="KSO_WM_UNIT_INDEX" val="1_5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9"/>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1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1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3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3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5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5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1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1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3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3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5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5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2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2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4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4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6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6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2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2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4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4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6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6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4_2"/>
  <p:tag name="KSO_WM_TEMPLATE_CATEGORY" val="diagram"/>
  <p:tag name="KSO_WM_TEMPLATE_INDEX" val="20235224"/>
  <p:tag name="KSO_WM_UNIT_LAYERLEVEL" val="1_1_1"/>
  <p:tag name="KSO_WM_TAG_VERSION" val="3.0"/>
  <p:tag name="KSO_WM_BEAUTIFY_FLAG" val="#wm#"/>
  <p:tag name="KSO_WM_UNIT_TYPE" val="l_h_i"/>
  <p:tag name="KSO_WM_UNIT_INDEX" val="1_4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8"/>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2_2"/>
  <p:tag name="KSO_WM_TEMPLATE_CATEGORY" val="diagram"/>
  <p:tag name="KSO_WM_TEMPLATE_INDEX" val="20235224"/>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7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7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f*1_7_1"/>
  <p:tag name="KSO_WM_TEMPLATE_CATEGORY" val="diagram"/>
  <p:tag name="KSO_WM_TEMPLATE_INDEX" val="20235224"/>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7_1"/>
  <p:tag name="KSO_WM_DIAGRAM_VERSION" val="3"/>
  <p:tag name="KSO_WM_DIAGRAM_COLOR_TRICK" val="1"/>
  <p:tag name="KSO_WM_DIAGRAM_COLOR_TEXT_CAN_REMOVE" val="n"/>
  <p:tag name="KSO_WM_UNIT_VALUE" val="44"/>
  <p:tag name="KSO_WM_DIAGRAM_GROUP_CODE" val="l1-1"/>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7_2"/>
  <p:tag name="KSO_WM_TEMPLATE_CATEGORY" val="diagram"/>
  <p:tag name="KSO_WM_TEMPLATE_INDEX" val="20235224"/>
  <p:tag name="KSO_WM_UNIT_LAYERLEVEL" val="1_1_1"/>
  <p:tag name="KSO_WM_TAG_VERSION" val="3.0"/>
  <p:tag name="KSO_WM_BEAUTIFY_FLAG" val="#wm#"/>
  <p:tag name="KSO_WM_UNIT_TYPE" val="l_h_i"/>
  <p:tag name="KSO_WM_UNIT_INDEX" val="1_7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22849656892015,&quot;left&quot;:0,&quot;top&quot;:117.83370815548935,&quot;width&quot;:959.47503937007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194.xml><?xml version="1.0" encoding="utf-8"?>
<p:tagLst xmlns:p="http://schemas.openxmlformats.org/presentationml/2006/main">
  <p:tag name="KSO_WM_BEAUTIFY_FLAG" val="#wm#"/>
  <p:tag name="KSO_WM_TEMPLATE_CATEGORY" val="custom"/>
  <p:tag name="KSO_WM_TEMPLATE_INDEX" val="20235287"/>
  <p:tag name="RESOURCE_RECORD_KEY" val="{&quot;10&quot;:[20090547],&quot;65&quot;:[3]}"/>
  <p:tag name="KSO_WM_SLIDE_ID" val="custom20235287_1"/>
  <p:tag name="KSO_WM_TEMPLATE_SUBCATEGORY" val="0"/>
  <p:tag name="KSO_WM_TEMPLATE_MASTER_TYPE" val="0"/>
  <p:tag name="KSO_WM_TEMPLATE_COLOR_TYPE" val="0"/>
  <p:tag name="KSO_WM_SLIDE_ITEM_CNT" val="7"/>
  <p:tag name="KSO_WM_SLIDE_INDEX" val="1"/>
  <p:tag name="KSO_WM_TAG_VERSION" val="3.0"/>
  <p:tag name="KSO_WM_SLIDE_LAYOUT" val="a_l"/>
  <p:tag name="KSO_WM_SLIDE_LAYOUT_CNT" val="1_1"/>
  <p:tag name="KSO_WM_SLIDE_TYPE" val="text"/>
  <p:tag name="KSO_WM_SLIDE_SUBTYPE" val="picTxt"/>
  <p:tag name="KSO_WM_SLIDE_SIZE" val="960*380.6"/>
  <p:tag name="KSO_WM_SLIDE_POSITION" val="0*117.675"/>
  <p:tag name="KSO_WM_DIAGRAM_GROUP_CODE" val="l1-1"/>
  <p:tag name="KSO_WM_SLIDE_DIAGTYPE" val="l"/>
</p:tagLst>
</file>

<file path=ppt/tags/tag19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241_3*a*1"/>
  <p:tag name="KSO_WM_TEMPLATE_CATEGORY" val="diagram"/>
  <p:tag name="KSO_WM_TEMPLATE_INDEX" val="20233241"/>
  <p:tag name="KSO_WM_UNIT_LAYERLEVEL" val="1"/>
  <p:tag name="KSO_WM_TAG_VERSION" val="3.0"/>
  <p:tag name="KSO_WM_BEAUTIFY_FLAG" val="#wm#"/>
  <p:tag name="KSO_WM_DIAGRAM_GROUP_CODE" val="l1-1"/>
  <p:tag name="KSO_WM_UNIT_VALUE" val="29"/>
  <p:tag name="KSO_WM_UNIT_TEXT_TYPE" val="1"/>
  <p:tag name="KSO_WM_UNIT_PRESET_TEXT" val="单击此处添加标题"/>
  <p:tag name="KSO_WM_UNIT_TEXT_FILL_FORE_SCHEMECOLOR_INDEX" val="13"/>
  <p:tag name="KSO_WM_UNIT_TEXT_FILL_TYPE" val="1"/>
  <p:tag name="KSO_WM_UNIT_USESOURCEFORMAT_APPLY"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3241_3*l_i*1_1"/>
  <p:tag name="KSO_WM_TEMPLATE_CATEGORY" val="diagram"/>
  <p:tag name="KSO_WM_TEMPLATE_INDEX" val="20233241"/>
  <p:tag name="KSO_WM_UNIT_LAYERLEVEL" val="1_1"/>
  <p:tag name="KSO_WM_TAG_VERSION" val="3.0"/>
  <p:tag name="KSO_WM_DIAGRAM_GROUP_CODE" val="l1-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LINE_FORE_SCHEMECOLOR_INDEX" val="5"/>
  <p:tag name="KSO_WM_UNIT_LINE_FILL_TYPE" val="2"/>
  <p:tag name="KSO_WM_UNIT_TEXT_FILL_FORE_SCHEMECOLOR_INDEX" val="2"/>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33241_3*l_h_i*1_3_1"/>
  <p:tag name="KSO_WM_TEMPLATE_CATEGORY" val="diagram"/>
  <p:tag name="KSO_WM_TEMPLATE_INDEX" val="20233241"/>
  <p:tag name="KSO_WM_UNIT_LAYERLEVEL" val="1_1_1"/>
  <p:tag name="KSO_WM_TAG_VERSION" val="3.0"/>
  <p:tag name="KSO_WM_DIAGRAM_GROUP_CODE" val="l1-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4000000059604645,&quot;colorType&quot;:1,&quot;foreColorIndex&quot;:5,&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33241_3*l_h_i*1_4_1"/>
  <p:tag name="KSO_WM_TEMPLATE_CATEGORY" val="diagram"/>
  <p:tag name="KSO_WM_TEMPLATE_INDEX" val="20233241"/>
  <p:tag name="KSO_WM_UNIT_LAYERLEVEL" val="1_1_1"/>
  <p:tag name="KSO_WM_TAG_VERSION" val="3.0"/>
  <p:tag name="KSO_WM_DIAGRAM_GROUP_CODE" val="l1-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4000000059604645,&quot;colorType&quot;:1,&quot;foreColorIndex&quot;:5,&quot;transparency&quot;:0.68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x*1_1"/>
  <p:tag name="KSO_WM_TEMPLATE_CATEGORY" val="diagram"/>
  <p:tag name="KSO_WM_TEMPLATE_INDEX" val="20233241"/>
  <p:tag name="KSO_WM_UNIT_LAYERLEVEL" val="1_1"/>
  <p:tag name="KSO_WM_TAG_VERSION" val="3.0"/>
  <p:tag name="KSO_WM_UNIT_VALUE" val="180*180"/>
  <p:tag name="KSO_WM_UNIT_TYPE" val="l_x"/>
  <p:tag name="KSO_WM_UNIT_INDEX" val="1_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gradient&quot;:[{&quot;brightness&quot;:0,&quot;colorType&quot;:1,&quot;foreColorIndex&quot;:5,&quot;pos&quot;:0,&quot;transparency&quot;:0.49803921580314636},{&quot;brightness&quot;:0,&quot;colorType&quot;:1,&quot;foreColorIndex&quot;:5,&quot;pos&quot;:0.9999899864196777,&quot;transparency&quot;:0.49803921580314636}],&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3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9"/>
  <p:tag name="KSO_WM_UNIT_TYPE" val="l_h_f"/>
  <p:tag name="KSO_WM_UNIT_INDEX" val="1_3_1"/>
  <p:tag name="KSO_WM_DIAGRAM_VERSION" val="3"/>
  <p:tag name="KSO_WM_DIAGRAM_COLOR_TRICK" val="1"/>
  <p:tag name="KSO_WM_DIAGRAM_COLOR_TEXT_CAN_REMOVE" val="n"/>
  <p:tag name="KSO_WM_UNIT_PRESET_TEXT" val="单击此处添加文本具体内容，可酌情增减文字。"/>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2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42"/>
  <p:tag name="KSO_WM_UNIT_TYPE" val="l_h_f"/>
  <p:tag name="KSO_WM_UNIT_INDEX" val="1_2_1"/>
  <p:tag name="KSO_WM_DIAGRAM_VERSION" val="3"/>
  <p:tag name="KSO_WM_DIAGRAM_COLOR_TRICK" val="1"/>
  <p:tag name="KSO_WM_DIAGRAM_COLOR_TEXT_CAN_REMOVE" val="n"/>
  <p:tag name="KSO_WM_UNIT_PRESET_TEXT" val="单击此处添加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1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6"/>
  <p:tag name="KSO_WM_UNIT_TYPE" val="l_h_f"/>
  <p:tag name="KSO_WM_UNIT_INDEX" val="1_1_1"/>
  <p:tag name="KSO_WM_DIAGRAM_VERSION" val="3"/>
  <p:tag name="KSO_WM_DIAGRAM_COLOR_TRICK" val="1"/>
  <p:tag name="KSO_WM_DIAGRAM_COLOR_TEXT_CAN_REMOVE" val="n"/>
  <p:tag name="KSO_WM_UNIT_PRESET_TEXT" val="单击此处添加文本具体内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4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9"/>
  <p:tag name="KSO_WM_UNIT_TYPE" val="l_h_f"/>
  <p:tag name="KSO_WM_UNIT_INDEX" val="1_4_1"/>
  <p:tag name="KSO_WM_DIAGRAM_VERSION" val="3"/>
  <p:tag name="KSO_WM_DIAGRAM_COLOR_TRICK" val="1"/>
  <p:tag name="KSO_WM_DIAGRAM_COLOR_TEXT_CAN_REMOVE" val="n"/>
  <p:tag name="KSO_WM_UNIT_PRESET_TEXT" val="单击此处添加文本具体内容，可酌情增减文字。"/>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5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5_1"/>
  <p:tag name="KSO_WM_UNIT_VALUE" val="42"/>
  <p:tag name="KSO_WM_DIAGRAM_VERSION" val="3"/>
  <p:tag name="KSO_WM_DIAGRAM_COLOR_TRICK" val="1"/>
  <p:tag name="KSO_WM_DIAGRAM_COLOR_TEXT_CAN_REMOVE" val="n"/>
  <p:tag name="KSO_WM_UNIT_PRESET_TEXT" val="单击此处添加文本具体内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6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6_1"/>
  <p:tag name="KSO_WM_UNIT_VALUE" val="36"/>
  <p:tag name="KSO_WM_DIAGRAM_VERSION" val="3"/>
  <p:tag name="KSO_WM_DIAGRAM_COLOR_TRICK" val="1"/>
  <p:tag name="KSO_WM_DIAGRAM_COLOR_TEXT_CAN_REMOVE" val="n"/>
  <p:tag name="KSO_WM_UNIT_PRESET_TEXT" val="单击此处添加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5_1"/>
  <p:tag name="KSO_WM_TEMPLATE_CATEGORY" val="diagram"/>
  <p:tag name="KSO_WM_TEMPLATE_INDEX" val="20233241"/>
  <p:tag name="KSO_WM_UNIT_LAYERLEVEL" val="1_1_1"/>
  <p:tag name="KSO_WM_TAG_VERSION" val="3.0"/>
  <p:tag name="KSO_WM_UNIT_SUBTYPE" val="a"/>
  <p:tag name="KSO_WM_UNIT_TEXT_LAYER_COUNT" val="1"/>
  <p:tag name="KSO_WM_UNIT_NOCLEAR" val="0"/>
  <p:tag name="KSO_WM_UNIT_TYPE" val="l_h_f"/>
  <p:tag name="KSO_WM_UNIT_INDEX" val="1_5_1"/>
  <p:tag name="KSO_WM_UNIT_VALUE" val="42"/>
  <p:tag name="KSO_WM_DIAGRAM_VERSION" val="3"/>
  <p:tag name="KSO_WM_DIAGRAM_COLOR_TRICK" val="1"/>
  <p:tag name="KSO_WM_DIAGRAM_COLOR_TEXT_CAN_REMOVE" val="n"/>
  <p:tag name="KSO_WM_UNIT_PRESET_TEXT" val="单击此处添加文本具体内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32491148738274,&quot;left&quot;:93.25276041666666,&quot;top&quot;:135.47587591419207,&quot;width&quot;:772.49447916666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wpp_generatetext" val="1"/>
</p:tagLst>
</file>

<file path=ppt/tags/tag207.xml><?xml version="1.0" encoding="utf-8"?>
<p:tagLst xmlns:p="http://schemas.openxmlformats.org/presentationml/2006/main">
  <p:tag name="wpp_generatetext" val="1"/>
</p:tagLst>
</file>

<file path=ppt/tags/tag208.xml><?xml version="1.0" encoding="utf-8"?>
<p:tagLst xmlns:p="http://schemas.openxmlformats.org/presentationml/2006/main">
  <p:tag name="wpp_generatetext" val="1"/>
</p:tagLst>
</file>

<file path=ppt/tags/tag209.xml><?xml version="1.0" encoding="utf-8"?>
<p:tagLst xmlns:p="http://schemas.openxmlformats.org/presentationml/2006/main">
  <p:tag name="KSO_WM_SLIDE_ID" val="diagram20233241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1"/>
  <p:tag name="KSO_WM_SLIDE_TYPE" val="text"/>
  <p:tag name="KSO_WM_SLIDE_SUBTYPE" val="diag"/>
  <p:tag name="KSO_WM_SLIDE_SIZE" val="773.3*329.212"/>
  <p:tag name="KSO_WM_SLIDE_POSITION" val="93.35*134.538"/>
  <p:tag name="KSO_WM_SLIDE_LAYOUT" val="a_l"/>
  <p:tag name="KSO_WM_SLIDE_LAYOUT_CNT" val="1_1"/>
  <p:tag name="KSO_WM_SPECIAL_SOURCE" val="bdnull"/>
  <p:tag name="KSO_WM_DIAGRAM_GROUP_CODE" val="l1-1"/>
  <p:tag name="KSO_WM_SLIDE_DIAGTYPE" val="l"/>
</p:tagLst>
</file>

<file path=ppt/tags/tag2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5*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9*l_h_f*1_1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21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9*l_h_f*1_3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21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9*l_h_f*1_5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9"/>
  <p:tag name="KSO_WM_UNIT_USESOURCEFORMAT_APPLY" val="1"/>
</p:tagLst>
</file>

<file path=ppt/tags/tag21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35151_9*l_h_f*1_7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21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9_1"/>
  <p:tag name="KSO_WM_UNIT_ID" val="diagram20235151_9*l_h_f*1_9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21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9*l_h_f*1_2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21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9*l_h_f*1_4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21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151_9*l_h_f*1_6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10"/>
  <p:tag name="KSO_WM_UNIT_USESOURCEFORMAT_APPLY" val="1"/>
</p:tagLst>
</file>

<file path=ppt/tags/tag21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35151_9*l_h_f*1_8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1.74047551546755,&quot;left&quot;:54.7429166666667,&quot;top&quot;:113.69892890893288,&quot;width&quot;:850.0391305774277}"/>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220.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9*l_h_i*1_1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1.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9*l_h_i*1_3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2.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9*l_h_i*1_5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3.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7_1"/>
  <p:tag name="KSO_WM_UNIT_ID" val="diagram20235151_9*l_h_i*1_7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4.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9_1"/>
  <p:tag name="KSO_WM_UNIT_ID" val="diagram20235151_9*l_h_i*1_9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5.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9*l_h_i*1_2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6.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9*l_h_i*1_4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7.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diagram20235151_9*l_h_i*1_6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8.xml><?xml version="1.0" encoding="utf-8"?>
<p:tagLst xmlns:p="http://schemas.openxmlformats.org/presentationml/2006/main">
  <p:tag name="KSO_WM_DIAGRAM_VIRTUALLY_FRAME" val="{&quot;height&quot;:371.74047551546755,&quot;left&quot;:54.7429166666667,&quot;top&quot;:113.69892890893288,&quot;width&quot;:850.0391305774277}"/>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8_1"/>
  <p:tag name="KSO_WM_UNIT_ID" val="diagram20235151_9*l_h_i*1_8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229.xml><?xml version="1.0" encoding="utf-8"?>
<p:tagLst xmlns:p="http://schemas.openxmlformats.org/presentationml/2006/main">
  <p:tag name="KSO_WM_SLIDE_ID" val="diagram2023515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51"/>
  <p:tag name="KSO_WM_SLIDE_TYPE" val="text"/>
  <p:tag name="KSO_WM_SLIDE_SUBTYPE" val="diag"/>
  <p:tag name="KSO_WM_SLIDE_SIZE" val="850.4*369.9"/>
  <p:tag name="KSO_WM_SLIDE_POSITION" val="54.8*114.65"/>
  <p:tag name="KSO_WM_SLIDE_LAYOUT" val="a_l"/>
  <p:tag name="KSO_WM_SLIDE_LAYOUT_CNT" val="1_1"/>
  <p:tag name="KSO_WM_SPECIAL_SOURCE" val="bdnull"/>
  <p:tag name="KSO_WM_DIAGRAM_GROUP_CODE" val="l1-1"/>
  <p:tag name="KSO_WM_SLIDE_DIAGTYPE" val="l"/>
</p:tagLst>
</file>

<file path=ppt/tags/tag230.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i*1_4"/>
  <p:tag name="KSO_WM_TEMPLATE_CATEGORY" val="diagram"/>
  <p:tag name="KSO_WM_TEMPLATE_INDEX" val="20235154"/>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TEXT_FILL_FORE_SCHEMECOLOR_INDEX" val="1"/>
  <p:tag name="KSO_WM_UNIT_TEXT_FILL_TYPE" val="1"/>
  <p:tag name="KSO_WM_UNIT_LINE_FILL_TYPE" val="2"/>
  <p:tag name="KSO_WM_UNIT_USESOURCEFORMAT_APPLY" val="0"/>
</p:tagLst>
</file>

<file path=ppt/tags/tag231.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i*1_1"/>
  <p:tag name="KSO_WM_TEMPLATE_CATEGORY" val="diagram"/>
  <p:tag name="KSO_WM_TEMPLATE_INDEX" val="20235154"/>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LINE_FILL_TYPE" val="2"/>
  <p:tag name="KSO_WM_UNIT_TEXT_FILL_FORE_SCHEMECOLOR_INDEX" val="13"/>
  <p:tag name="KSO_WM_UNIT_TEXT_FILL_TYPE" val="1"/>
  <p:tag name="KSO_WM_UNIT_USESOURCEFORMAT_APPLY" val="0"/>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4_6*a*1"/>
  <p:tag name="KSO_WM_TEMPLATE_CATEGORY" val="diagram"/>
  <p:tag name="KSO_WM_TEMPLATE_INDEX" val="20235154"/>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TEXT_TYPE" val="1"/>
  <p:tag name="KSO_WM_UNIT_PRESET_TEXT" val="单击此处添加文档标题内容"/>
  <p:tag name="KSO_WM_UNIT_TEXT_FILL_FORE_SCHEMECOLOR_INDEX" val="13"/>
  <p:tag name="KSO_WM_UNIT_TEXT_FILL_TYPE" val="1"/>
  <p:tag name="KSO_WM_UNIT_USESOURCEFORMAT_APPLY" val="0"/>
</p:tagLst>
</file>

<file path=ppt/tags/tag233.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i*1_3"/>
  <p:tag name="KSO_WM_TEMPLATE_CATEGORY" val="diagram"/>
  <p:tag name="KSO_WM_TEMPLATE_INDEX" val="20235154"/>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gradient&quot;:[{&quot;brightness&quot;:-0.5,&quot;colorType&quot;:1,&quot;foreColorIndex&quot;:5,&quot;pos&quot;:0,&quot;transparency&quot;:0.6800000071525574},{&quot;brightness&quot;:-0.5,&quot;colorType&quot;:1,&quot;foreColorIndex&quot;:5,&quot;pos&quot;:0.829999983310699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0"/>
</p:tagLst>
</file>

<file path=ppt/tags/tag234.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i*1_2"/>
  <p:tag name="KSO_WM_TEMPLATE_CATEGORY" val="diagram"/>
  <p:tag name="KSO_WM_TEMPLATE_INDEX" val="20235154"/>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quot;colorType&quot;:1,&quot;foreColorIndex&quot;:5,&quot;transparency&quot;:0.4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35.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1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236.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1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37.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2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238.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2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39.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3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240.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3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41.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4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VALUE" val="44"/>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242.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4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43.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5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5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
  <p:tag name="KSO_WM_UNIT_TEXT_FILL_FORE_SCHEMECOLOR_INDEX" val="1"/>
  <p:tag name="KSO_WM_UNIT_TEXT_FILL_TYPE" val="1"/>
  <p:tag name="KSO_WM_UNIT_USESOURCEFORMAT_APPLY" val="0"/>
</p:tagLst>
</file>

<file path=ppt/tags/tag244.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5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5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45.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6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6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
  <p:tag name="KSO_WM_UNIT_TEXT_FILL_FORE_SCHEMECOLOR_INDEX" val="1"/>
  <p:tag name="KSO_WM_UNIT_TEXT_FILL_TYPE" val="1"/>
  <p:tag name="KSO_WM_UNIT_USESOURCEFORMAT_APPLY" val="0"/>
</p:tagLst>
</file>

<file path=ppt/tags/tag246.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6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6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47.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f*1_7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7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
  <p:tag name="KSO_WM_UNIT_TEXT_FILL_FORE_SCHEMECOLOR_INDEX" val="1"/>
  <p:tag name="KSO_WM_UNIT_TEXT_FILL_TYPE" val="1"/>
  <p:tag name="KSO_WM_UNIT_USESOURCEFORMAT_APPLY" val="0"/>
</p:tagLst>
</file>

<file path=ppt/tags/tag248.xml><?xml version="1.0" encoding="utf-8"?>
<p:tagLst xmlns:p="http://schemas.openxmlformats.org/presentationml/2006/main">
  <p:tag name="KSO_WM_DIAGRAM_VIRTUALLY_FRAME" val="{&quot;height&quot;:388.7625732421875,&quot;width&quot;:850.5999755859375}"/>
  <p:tag name="KSO_WM_UNIT_HIGHLIGHT" val="0"/>
  <p:tag name="KSO_WM_UNIT_COMPATIBLE" val="0"/>
  <p:tag name="KSO_WM_UNIT_DIAGRAM_ISNUMVISUAL" val="0"/>
  <p:tag name="KSO_WM_UNIT_DIAGRAM_ISREFERUNIT" val="0"/>
  <p:tag name="KSO_WM_UNIT_ID" val="diagram20235154_6*l_h_i*1_7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7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249.xml><?xml version="1.0" encoding="utf-8"?>
<p:tagLst xmlns:p="http://schemas.openxmlformats.org/presentationml/2006/main">
  <p:tag name="KSO_WM_SLIDE_ID" val="diagram20235154_6"/>
  <p:tag name="KSO_WM_TEMPLATE_SUBCATEGORY" val="0"/>
  <p:tag name="KSO_WM_TEMPLATE_MASTER_TYPE" val="0"/>
  <p:tag name="KSO_WM_TEMPLATE_COLOR_TYPE" val="0"/>
  <p:tag name="KSO_WM_SLIDE_ITEM_CNT" val="7"/>
  <p:tag name="KSO_WM_SLIDE_INDEX" val="6"/>
  <p:tag name="KSO_WM_TAG_VERSION" val="3.0"/>
  <p:tag name="KSO_WM_BEAUTIFY_FLAG" val="#wm#"/>
  <p:tag name="KSO_WM_TEMPLATE_CATEGORY" val="diagram"/>
  <p:tag name="KSO_WM_TEMPLATE_INDEX" val="20233241"/>
  <p:tag name="KSO_WM_SLIDE_TYPE" val="text"/>
  <p:tag name="KSO_WM_SLIDE_SUBTYPE" val="diag"/>
  <p:tag name="KSO_WM_SLIDE_SIZE" val="789.15*459.361"/>
  <p:tag name="KSO_WM_SLIDE_POSITION" val="91.35*69.725"/>
  <p:tag name="KSO_WM_SLIDE_LAYOUT" val="a_l"/>
  <p:tag name="KSO_WM_SLIDE_LAYOUT_CNT" val="1_1"/>
  <p:tag name="KSO_WM_SPECIAL_SOURCE" val="bdnull"/>
  <p:tag name="KSO_WM_DIAGRAM_GROUP_CODE" val="l1-1"/>
  <p:tag name="KSO_WM_SLIDE_DIAGTYPE" val="l"/>
</p:tagLst>
</file>

<file path=ppt/tags/tag25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20_3*a*1"/>
  <p:tag name="KSO_WM_TEMPLATE_CATEGORY" val="diagram"/>
  <p:tag name="KSO_WM_TEMPLATE_INDEX" val="2023092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1*l_i*1_1"/>
  <p:tag name="KSO_WM_TEMPLATE_CATEGORY" val="diagram"/>
  <p:tag name="KSO_WM_TEMPLATE_INDEX" val="20230920"/>
  <p:tag name="KSO_WM_UNIT_LAYERLEVEL" val="1_1"/>
  <p:tag name="KSO_WM_TAG_VERSION" val="3.0"/>
  <p:tag name="KSO_WM_UNIT_TYPE" val="l_i"/>
  <p:tag name="KSO_WM_UNIT_INDEX" val="1_1"/>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1*l_i*1_2"/>
  <p:tag name="KSO_WM_TEMPLATE_CATEGORY" val="diagram"/>
  <p:tag name="KSO_WM_TEMPLATE_INDEX" val="20230920"/>
  <p:tag name="KSO_WM_UNIT_LAYERLEVEL" val="1_1"/>
  <p:tag name="KSO_WM_TAG_VERSION" val="3.0"/>
  <p:tag name="KSO_WM_UNIT_TYPE" val="l_i"/>
  <p:tag name="KSO_WM_UNIT_INDEX" val="1_2"/>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0_1*l_h_i*1_1_1"/>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UNIT_SUBTYPE" val="d"/>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199999928474426,&quot;rgb&quot;:&quot;#f5f8ff&quot;,&quot;transparency&quot;:0},{&quot;brightness&quot;:0,&quot;colorType&quot;:2,&quot;pos&quot;:0,&quot;rgb&quot;:&quot;#a5beff&quot;,&quot;transparency&quot;:0},{&quot;brightness&quot;:0,&quot;colorType&quot;:2,&quot;pos&quot;:1,&quot;rgb&quot;:&quot;#f5f8ff&quot;,&quot;transparency&quot;:0},{&quot;brightness&quot;:0,&quot;colorType&quot;:2,&quot;pos&quot;:0.7099999785423279,&quot;rgb&quot;:&quot;#c3d4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SHADOW_SCHEMECOLOR_INDEX" val="5"/>
  <p:tag name="KSO_WM_UNIT_USESOURCEFORMAT_APPLY"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0_1*l_h_i*1_2_1"/>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UNIT_SUBTYPE" val="d"/>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gradient&quot;:[{&quot;brightness&quot;:0,&quot;colorType&quot;:1,&quot;foreColorIndex&quot;:6,&quot;pos&quot;:0.5400000214576721,&quot;transparency&quot;:0},{&quot;brightness&quot;:0.4000000059604645,&quot;colorType&quot;:1,&quot;foreColorIndex&quot;:6,&quot;pos&quot;:0,&quot;transparency&quot;:0},{&quot;brightness&quot;:0.4000000059604645,&quot;colorType&quot;:1,&quot;foreColorIndex&quot;:6,&quot;pos&quot;:1,&quot;transparency&quot;:0}],&quot;type&quot;:3},&quot;glow&quot;:{&quot;colorType&quot;:0},&quot;line&quot;:{&quot;gradient&quot;:[{&quot;brightness&quot;:0,&quot;colorType&quot;:2,&quot;pos&quot;:0.3199999928474426,&quot;rgb&quot;:&quot;#f5f8ff&quot;,&quot;transparency&quot;:0},{&quot;brightness&quot;:0.800000011920929,&quot;colorType&quot;:1,&quot;foreColorIndex&quot;:6,&quot;pos&quot;:0,&quot;transparency&quot;:0},{&quot;brightness&quot;:0,&quot;colorType&quot;:2,&quot;pos&quot;:1,&quot;rgb&quot;:&quot;#f5f8ff&quot;,&quot;transparency&quot;:0},{&quot;brightness&quot;:0.800000011920929,&quot;colorType&quot;:1,&quot;foreColorIndex&quot;:6,&quot;pos&quot;:0.7099999785423279,&quot;transparency&quot;:0}],&quot;type&quot;:2},&quot;shadow&quot;:{&quot;brightness&quot;:0,&quot;colorType&quot;:1,&quot;foreColorIndex&quot;:6,&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6"/>
  <p:tag name="KSO_WM_UNIT_SHADOW_SCHEMECOLOR_INDEX" val="6"/>
  <p:tag name="KSO_WM_UNIT_USESOURCEFORMAT_APPLY"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0_1*l_h_i*1_1_2"/>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0_1*l_h_i*1_2_2"/>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gradient&quot;:[{&quot;brightness&quot;:0,&quot;colorType&quot;:1,&quot;foreColorIndex&quot;:6,&quot;pos&quot;:0,&quot;transparency&quot;:0},{&quot;brightness&quot;:0,&quot;colorType&quot;:1,&quot;foreColorIndex&quot;:6,&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TEXT_FILL_FORE_SCHEMECOLOR_INDEX" val="2"/>
  <p:tag name="KSO_WM_UNIT_TEXT_FILL_TYPE" val="1"/>
  <p:tag name="KSO_WM_UNIT_USESOURCEFORMAT_APPLY" val="1"/>
</p:tagLst>
</file>

<file path=ppt/tags/tag2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0_1*l_h_f*1_2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
  <p:tag name="KSO_WM_UNIT_TEXT_FILL_FORE_SCHEMECOLOR_INDEX" val="1"/>
  <p:tag name="KSO_WM_UNIT_TEXT_FILL_TYPE" val="1"/>
  <p:tag name="KSO_WM_UNIT_TEXT_TYPE" val="1"/>
  <p:tag name="KSO_WM_UNIT_USESOURCEFORMAT_APPLY" val="1"/>
</p:tagLst>
</file>

<file path=ppt/tags/tag2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0_1*l_h_a*1_2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UNIT_TEXT_TYPE" val="1"/>
  <p:tag name="KSO_WM_UNIT_USESOURCEFORMAT_APPLY" val="1"/>
</p:tagLst>
</file>

<file path=ppt/tags/tag2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0_1*l_h_f*1_1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 name="KSO_WM_UNIT_USESOURCEFORMAT_APPLY" val="1"/>
</p:tagLst>
</file>

<file path=ppt/tags/tag2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0_1*l_h_a*1_1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390.0535566998297,&quot;left&quot;:55.38901459973749,&quot;top&quot;:94.41904682232925,&quot;width&quot;:849.09342429461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UNIT_TEXT_TYPE" val="1"/>
  <p:tag name="KSO_WM_UNIT_USESOURCEFORMAT_APPLY" val="1"/>
</p:tagLst>
</file>

<file path=ppt/tags/tag261.xml><?xml version="1.0" encoding="utf-8"?>
<p:tagLst xmlns:p="http://schemas.openxmlformats.org/presentationml/2006/main">
  <p:tag name="KSO_WM_SLIDE_ID" val="diagram20230920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0920"/>
  <p:tag name="KSO_WM_SLIDE_TYPE" val="text"/>
  <p:tag name="KSO_WM_SLIDE_SUBTYPE" val="diag"/>
  <p:tag name="KSO_WM_SLIDE_SIZE" val="849.979*362.045"/>
  <p:tag name="KSO_WM_SLIDE_POSITION" val="55.4468*122.748"/>
  <p:tag name="KSO_WM_SLIDE_LAYOUT" val="a_l"/>
  <p:tag name="KSO_WM_SLIDE_LAYOUT_CNT" val="1_1"/>
  <p:tag name="KSO_WM_SPECIAL_SOURCE" val="bdnull"/>
  <p:tag name="KSO_WM_DIAGRAM_GROUP_CODE" val="l1-1"/>
  <p:tag name="KSO_WM_SLIDE_DIAGTYPE" val="l"/>
</p:tagLst>
</file>

<file path=ppt/tags/tag2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3"/>
  <p:tag name="KSO_WM_UNIT_ID" val="diagram20234876_1*l_h_i*1_6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20234876_1*l_h_i*1_6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5"/>
  <p:tag name="KSO_WM_UNIT_ID" val="diagram20234876_1*l_h_i*1_6_5"/>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DIAGRAM_USE_COLOR_VALUE" val="{&quot;color_scheme&quot;:1,&quot;color_type&quot;:1,&quot;theme_color_indexes&quot;:[5,6,5,6,5,6]}"/>
</p:tagLst>
</file>

<file path=ppt/tags/tag2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4"/>
  <p:tag name="KSO_WM_UNIT_ID" val="diagram20234876_1*l_h_i*1_6_4"/>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2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34876_1*l_h_i*1_5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4876_1*l_h_i*1_5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4876_1*l_h_i*1_4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4876_1*l_h_i*1_4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diagram20234876_1*l_h_i*1_4_4"/>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2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4876_1*l_h_i*1_3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7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4876_1*l_h_i*1_3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34876_1*l_h_i*1_3_4"/>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27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5"/>
  <p:tag name="KSO_WM_UNIT_ID" val="diagram20234876_1*l_h_i*1_3_5"/>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LINE_FORE_SCHEMECOLOR_INDEX" val="5"/>
  <p:tag name="KSO_WM_DIAGRAM_USE_COLOR_VALUE" val="{&quot;color_scheme&quot;:1,&quot;color_type&quot;:1,&quot;theme_color_indexes&quot;:[5,6,5,6,5,6]}"/>
</p:tagLst>
</file>

<file path=ppt/tags/tag2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4876_1*l_h_i*1_2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876_1*l_h_i*1_2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4876_1*l_h_i*1_1_3"/>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876_1*l_h_i*1_1_2"/>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4876_1*l_h_i*1_1_4"/>
  <p:tag name="KSO_WM_TEMPLATE_CATEGORY" val="diagram"/>
  <p:tag name="KSO_WM_TEMPLATE_INDEX" val="20234876"/>
  <p:tag name="KSO_WM_UNIT_LAYERLEVEL" val="1_1_1"/>
  <p:tag name="KSO_WM_TAG_VERSION" val="3.0"/>
  <p:tag name="KSO_WM_BEAUTIFY_FLAG" val="#wm#"/>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LINE_FORE_SCHEMECOLOR_INDEX" val="5"/>
  <p:tag name="KSO_WM_DIAGRAM_USE_COLOR_VALUE" val="{&quot;color_scheme&quot;:1,&quot;color_type&quot;:1,&quot;theme_color_indexes&quot;:[5,6,5,6,5,6]}"/>
</p:tagLst>
</file>

<file path=ppt/tags/tag28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876_1*l_h_f*1_1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8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876_1*l_h_a*1_1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8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876_1*l_h_i*1_1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876_1*l_h_f*1_2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8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4876_1*l_h_a*1_2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8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876_1*l_h_i*1_2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8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4876_1*l_h_f*1_3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8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4876_1*l_h_a*1_3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8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4876_1*l_h_i*1_3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8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4876_1*l_h_f*1_4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9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4876_1*l_h_a*1_4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9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4876_1*l_h_i*1_4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9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4876_1*l_h_f*1_5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9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4876_1*l_h_a*1_5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9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4876_1*l_h_i*1_5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9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4876_1*l_h_f*1_6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UNIT_TEXT_TYPE" val="1"/>
  <p:tag name="KSO_WM_UNIT_PRESET_TEXT" val="单击此处添加文本具体内容，简明扼要地阐述您的内容观点。根据需要可酌情增减正文内容文字，以便观者准确地理解您传达的思想。单击此处添加你的文本内容"/>
  <p:tag name="KSO_WM_DIAGRAM_USE_COLOR_VALUE" val="{&quot;color_scheme&quot;:1,&quot;color_type&quot;:1,&quot;theme_color_indexes&quot;:[5,6,5,6,5,6]}"/>
</p:tagLst>
</file>

<file path=ppt/tags/tag29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34876_1*l_h_a*1_6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BEAUTIFY_FLAG" val="#wm#"/>
  <p:tag name="KSO_WM_UNIT_TEXT_TYPE" val="1"/>
  <p:tag name="KSO_WM_UNIT_PRESET_TEXT" val="此处添加项标题"/>
  <p:tag name="KSO_WM_UNIT_TEXT_FILL_FORE_SCHEMECOLOR_INDEX" val="1"/>
  <p:tag name="KSO_WM_UNIT_TEXT_FILL_TYPE" val="1"/>
  <p:tag name="KSO_WM_DIAGRAM_USE_COLOR_VALUE" val="{&quot;color_scheme&quot;:1,&quot;color_type&quot;:1,&quot;theme_color_indexes&quot;:[5,6,5,6,5,6]}"/>
</p:tagLst>
</file>

<file path=ppt/tags/tag29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34876_1*l_h_i*1_6_1"/>
  <p:tag name="KSO_WM_TEMPLATE_CATEGORY" val="diagram"/>
  <p:tag name="KSO_WM_TEMPLATE_INDEX" val="20234876"/>
  <p:tag name="KSO_WM_UNIT_LAYERLEVEL" val="1_1_1"/>
  <p:tag name="KSO_WM_TAG_VERSION" val="3.0"/>
  <p:tag name="KSO_WM_DIAGRAM_MAX_ITEMCNT" val="6"/>
  <p:tag name="KSO_WM_DIAGRAM_MIN_ITEMCNT" val="6"/>
  <p:tag name="KSO_WM_DIAGRAM_VIRTUALLY_FRAME" val="{&quot;height&quot;:392.3750030517578,&quot;left&quot;:35.000078740157484,&quot;top&quot;:132.45,&quot;width&quot;:889.924933466873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TEXT_FILL_FORE_SCHEMECOLOR_INDEX" val="1"/>
  <p:tag name="KSO_WM_UNIT_TEXT_FILL_TYPE" val="1"/>
  <p:tag name="KSO_WM_DIAGRAM_USE_COLOR_VALUE" val="{&quot;color_scheme&quot;:1,&quot;color_type&quot;:1,&quot;theme_color_indexes&quot;:[5,6,5,6,5,6]}"/>
</p:tagLst>
</file>

<file path=ppt/tags/tag29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241_3*a*1"/>
  <p:tag name="KSO_WM_TEMPLATE_CATEGORY" val="diagram"/>
  <p:tag name="KSO_WM_TEMPLATE_INDEX" val="20233241"/>
  <p:tag name="KSO_WM_UNIT_LAYERLEVEL" val="1"/>
  <p:tag name="KSO_WM_TAG_VERSION" val="3.0"/>
  <p:tag name="KSO_WM_BEAUTIFY_FLAG" val="#wm#"/>
  <p:tag name="KSO_WM_DIAGRAM_GROUP_CODE" val="l1-1"/>
  <p:tag name="KSO_WM_UNIT_VALUE" val="29"/>
  <p:tag name="KSO_WM_UNIT_TEXT_TYPE" val="1"/>
  <p:tag name="KSO_WM_UNIT_PRESET_TEXT" val="单击此处添加标题"/>
  <p:tag name="KSO_WM_UNIT_TEXT_FILL_FORE_SCHEMECOLOR_INDEX" val="13"/>
  <p:tag name="KSO_WM_UNIT_TEXT_FILL_TYPE" val="1"/>
  <p:tag name="KSO_WM_UNIT_USESOURCEFORMAT_APPLY"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3241_3*l_i*1_1"/>
  <p:tag name="KSO_WM_TEMPLATE_CATEGORY" val="diagram"/>
  <p:tag name="KSO_WM_TEMPLATE_INDEX" val="20233241"/>
  <p:tag name="KSO_WM_UNIT_LAYERLEVEL" val="1_1"/>
  <p:tag name="KSO_WM_TAG_VERSION" val="3.0"/>
  <p:tag name="KSO_WM_DIAGRAM_GROUP_CODE" val="l1-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LINE_FORE_SCHEMECOLOR_INDEX" val="5"/>
  <p:tag name="KSO_WM_UNIT_LINE_FILL_TYPE" val="2"/>
  <p:tag name="KSO_WM_UNIT_TEXT_FILL_FORE_SCHEMECOLOR_INDEX" val="2"/>
  <p:tag name="KSO_WM_UNIT_TEXT_FILL_TYPE" val="1"/>
  <p:tag name="KSO_WM_UNIT_USESOURCEFORMAT_APPL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33241_3*l_h_i*1_3_1"/>
  <p:tag name="KSO_WM_TEMPLATE_CATEGORY" val="diagram"/>
  <p:tag name="KSO_WM_TEMPLATE_INDEX" val="20233241"/>
  <p:tag name="KSO_WM_UNIT_LAYERLEVEL" val="1_1_1"/>
  <p:tag name="KSO_WM_TAG_VERSION" val="3.0"/>
  <p:tag name="KSO_WM_DIAGRAM_GROUP_CODE" val="l1-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4000000059604645,&quot;colorType&quot;:1,&quot;foreColorIndex&quot;:5,&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33241_3*l_h_i*1_4_1"/>
  <p:tag name="KSO_WM_TEMPLATE_CATEGORY" val="diagram"/>
  <p:tag name="KSO_WM_TEMPLATE_INDEX" val="20233241"/>
  <p:tag name="KSO_WM_UNIT_LAYERLEVEL" val="1_1_1"/>
  <p:tag name="KSO_WM_TAG_VERSION" val="3.0"/>
  <p:tag name="KSO_WM_DIAGRAM_GROUP_CODE" val="l1-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4000000059604645,&quot;colorType&quot;:1,&quot;foreColorIndex&quot;:5,&quot;transparency&quot;:0.68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x*1_1"/>
  <p:tag name="KSO_WM_TEMPLATE_CATEGORY" val="diagram"/>
  <p:tag name="KSO_WM_TEMPLATE_INDEX" val="20233241"/>
  <p:tag name="KSO_WM_UNIT_LAYERLEVEL" val="1_1"/>
  <p:tag name="KSO_WM_TAG_VERSION" val="3.0"/>
  <p:tag name="KSO_WM_UNIT_VALUE" val="180*180"/>
  <p:tag name="KSO_WM_UNIT_TYPE" val="l_x"/>
  <p:tag name="KSO_WM_UNIT_INDEX" val="1_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gradient&quot;:[{&quot;brightness&quot;:0,&quot;colorType&quot;:1,&quot;foreColorIndex&quot;:5,&quot;pos&quot;:0,&quot;transparency&quot;:0.49803921580314636},{&quot;brightness&quot;:0,&quot;colorType&quot;:1,&quot;foreColorIndex&quot;:5,&quot;pos&quot;:0.9999899864196777,&quot;transparency&quot;:0.49803921580314636}],&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USESOURCEFORMAT_APPLY"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3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9"/>
  <p:tag name="KSO_WM_UNIT_TYPE" val="l_h_f"/>
  <p:tag name="KSO_WM_UNIT_INDEX" val="1_3_1"/>
  <p:tag name="KSO_WM_DIAGRAM_VERSION" val="3"/>
  <p:tag name="KSO_WM_DIAGRAM_COLOR_TRICK" val="1"/>
  <p:tag name="KSO_WM_DIAGRAM_COLOR_TEXT_CAN_REMOVE" val="n"/>
  <p:tag name="KSO_WM_UNIT_PRESET_TEXT" val="单击此处添加文本具体内容，可酌情增减文字。"/>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2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42"/>
  <p:tag name="KSO_WM_UNIT_TYPE" val="l_h_f"/>
  <p:tag name="KSO_WM_UNIT_INDEX" val="1_2_1"/>
  <p:tag name="KSO_WM_DIAGRAM_VERSION" val="3"/>
  <p:tag name="KSO_WM_DIAGRAM_COLOR_TRICK" val="1"/>
  <p:tag name="KSO_WM_DIAGRAM_COLOR_TEXT_CAN_REMOVE" val="n"/>
  <p:tag name="KSO_WM_UNIT_PRESET_TEXT" val="单击此处添加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1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6"/>
  <p:tag name="KSO_WM_UNIT_TYPE" val="l_h_f"/>
  <p:tag name="KSO_WM_UNIT_INDEX" val="1_1_1"/>
  <p:tag name="KSO_WM_DIAGRAM_VERSION" val="3"/>
  <p:tag name="KSO_WM_DIAGRAM_COLOR_TRICK" val="1"/>
  <p:tag name="KSO_WM_DIAGRAM_COLOR_TEXT_CAN_REMOVE" val="n"/>
  <p:tag name="KSO_WM_UNIT_PRESET_TEXT" val="单击此处添加文本具体内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4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VALUE" val="39"/>
  <p:tag name="KSO_WM_UNIT_TYPE" val="l_h_f"/>
  <p:tag name="KSO_WM_UNIT_INDEX" val="1_4_1"/>
  <p:tag name="KSO_WM_DIAGRAM_VERSION" val="3"/>
  <p:tag name="KSO_WM_DIAGRAM_COLOR_TRICK" val="1"/>
  <p:tag name="KSO_WM_DIAGRAM_COLOR_TEXT_CAN_REMOVE" val="n"/>
  <p:tag name="KSO_WM_UNIT_PRESET_TEXT" val="单击此处添加文本具体内容，可酌情增减文字。"/>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5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5_1"/>
  <p:tag name="KSO_WM_UNIT_VALUE" val="42"/>
  <p:tag name="KSO_WM_DIAGRAM_VERSION" val="3"/>
  <p:tag name="KSO_WM_DIAGRAM_COLOR_TRICK" val="1"/>
  <p:tag name="KSO_WM_DIAGRAM_COLOR_TEXT_CAN_REMOVE" val="n"/>
  <p:tag name="KSO_WM_UNIT_PRESET_TEXT" val="单击此处添加文本具体内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241_3*l_h_f*1_6_1"/>
  <p:tag name="KSO_WM_TEMPLATE_CATEGORY" val="diagram"/>
  <p:tag name="KSO_WM_TEMPLATE_INDEX" val="20233241"/>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6_1"/>
  <p:tag name="KSO_WM_UNIT_VALUE" val="36"/>
  <p:tag name="KSO_WM_DIAGRAM_VERSION" val="3"/>
  <p:tag name="KSO_WM_DIAGRAM_COLOR_TRICK" val="1"/>
  <p:tag name="KSO_WM_DIAGRAM_COLOR_TEXT_CAN_REMOVE" val="n"/>
  <p:tag name="KSO_WM_UNIT_PRESET_TEXT" val="单击此处添加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2751696775213,&quot;left&quot;:93.25276041666666,&quot;top&quot;:135.47587591419207,&quot;width&quot;:772.494479166666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9.xml><?xml version="1.0" encoding="utf-8"?>
<p:tagLst xmlns:p="http://schemas.openxmlformats.org/presentationml/2006/main">
  <p:tag name="KSO_WM_SLIDE_ID" val="diagram20233241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1"/>
  <p:tag name="KSO_WM_SLIDE_TYPE" val="text"/>
  <p:tag name="KSO_WM_SLIDE_SUBTYPE" val="diag"/>
  <p:tag name="KSO_WM_SLIDE_SIZE" val="773.3*329.212"/>
  <p:tag name="KSO_WM_SLIDE_POSITION" val="93.35*134.538"/>
  <p:tag name="KSO_WM_SLIDE_LAYOUT" val="a_l"/>
  <p:tag name="KSO_WM_SLIDE_LAYOUT_CNT" val="1_1"/>
  <p:tag name="KSO_WM_SPECIAL_SOURCE" val="bdnull"/>
  <p:tag name="KSO_WM_DIAGRAM_GROUP_CODE" val="l1-1"/>
  <p:tag name="KSO_WM_SLIDE_DIAGTYPE" val="l"/>
</p:tagLst>
</file>

<file path=ppt/tags/tag31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3_3*a*1"/>
  <p:tag name="KSO_WM_TEMPLATE_CATEGORY" val="diagram"/>
  <p:tag name="KSO_WM_TEMPLATE_INDEX" val="20233243"/>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i*1_1"/>
  <p:tag name="KSO_WM_TEMPLATE_CATEGORY" val="diagram"/>
  <p:tag name="KSO_WM_TEMPLATE_INDEX" val="20233243"/>
  <p:tag name="KSO_WM_UNIT_LAYERLEVEL" val="1_1"/>
  <p:tag name="KSO_WM_TAG_VERSION" val="3.0"/>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1_1"/>
  <p:tag name="KSO_WM_TEMPLATE_CATEGORY" val="diagram"/>
  <p:tag name="KSO_WM_TEMPLATE_INDEX" val="20233243"/>
  <p:tag name="KSO_WM_UNIT_LAYERLEVEL" val="1_1_1"/>
  <p:tag name="KSO_WM_TAG_VERSION" val="3.0"/>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2_1"/>
  <p:tag name="KSO_WM_TEMPLATE_CATEGORY" val="diagram"/>
  <p:tag name="KSO_WM_TEMPLATE_INDEX" val="20233243"/>
  <p:tag name="KSO_WM_UNIT_LAYERLEVEL" val="1_1_1"/>
  <p:tag name="KSO_WM_TAG_VERSION" val="3.0"/>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4_1"/>
  <p:tag name="KSO_WM_TEMPLATE_CATEGORY" val="diagram"/>
  <p:tag name="KSO_WM_TEMPLATE_INDEX" val="20233243"/>
  <p:tag name="KSO_WM_UNIT_LAYERLEVEL" val="1_1_1"/>
  <p:tag name="KSO_WM_TAG_VERSION" val="3.0"/>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5_1"/>
  <p:tag name="KSO_WM_TEMPLATE_CATEGORY" val="diagram"/>
  <p:tag name="KSO_WM_TEMPLATE_INDEX" val="20233243"/>
  <p:tag name="KSO_WM_UNIT_LAYERLEVEL" val="1_1_1"/>
  <p:tag name="KSO_WM_TAG_VERSION" val="3.0"/>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6_1"/>
  <p:tag name="KSO_WM_TEMPLATE_CATEGORY" val="diagram"/>
  <p:tag name="KSO_WM_TEMPLATE_INDEX" val="20233243"/>
  <p:tag name="KSO_WM_UNIT_LAYERLEVEL" val="1_1_1"/>
  <p:tag name="KSO_WM_TAG_VERSION" val="3.0"/>
  <p:tag name="KSO_WM_UNIT_TYPE" val="m_h_i"/>
  <p:tag name="KSO_WM_UNIT_INDEX" val="1_6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i*1_3_1"/>
  <p:tag name="KSO_WM_TEMPLATE_CATEGORY" val="diagram"/>
  <p:tag name="KSO_WM_TEMPLATE_INDEX" val="20233243"/>
  <p:tag name="KSO_WM_UNIT_LAYERLEVEL" val="1_1_1"/>
  <p:tag name="KSO_WM_TAG_VERSION" val="3.0"/>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i*1_2"/>
  <p:tag name="KSO_WM_TEMPLATE_CATEGORY" val="diagram"/>
  <p:tag name="KSO_WM_TEMPLATE_INDEX" val="20233243"/>
  <p:tag name="KSO_WM_UNIT_LAYERLEVEL" val="1_1"/>
  <p:tag name="KSO_WM_TAG_VERSION" val="3.0"/>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1_1"/>
  <p:tag name="KSO_WM_TEMPLATE_CATEGORY" val="diagram"/>
  <p:tag name="KSO_WM_TEMPLATE_INDEX" val="20233243"/>
  <p:tag name="KSO_WM_UNIT_LAYERLEVEL" val="1_1_1"/>
  <p:tag name="KSO_WM_TAG_VERSION" val="3.0"/>
  <p:tag name="KSO_WM_UNIT_VALUE" val="60*60"/>
  <p:tag name="KSO_WM_UNIT_TYPE" val="m_h_x"/>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3_1"/>
  <p:tag name="KSO_WM_TEMPLATE_CATEGORY" val="diagram"/>
  <p:tag name="KSO_WM_TEMPLATE_INDEX" val="20233243"/>
  <p:tag name="KSO_WM_UNIT_LAYERLEVEL" val="1_1_1"/>
  <p:tag name="KSO_WM_TAG_VERSION" val="3.0"/>
  <p:tag name="KSO_WM_UNIT_VALUE" val="60*60"/>
  <p:tag name="KSO_WM_UNIT_TYPE" val="m_h_x"/>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i*1_3"/>
  <p:tag name="KSO_WM_TEMPLATE_CATEGORY" val="diagram"/>
  <p:tag name="KSO_WM_TEMPLATE_INDEX" val="20233243"/>
  <p:tag name="KSO_WM_UNIT_LAYERLEVEL" val="1_1"/>
  <p:tag name="KSO_WM_TAG_VERSION" val="3.0"/>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i*1_4"/>
  <p:tag name="KSO_WM_TEMPLATE_CATEGORY" val="diagram"/>
  <p:tag name="KSO_WM_TEMPLATE_INDEX" val="20233243"/>
  <p:tag name="KSO_WM_UNIT_LAYERLEVEL" val="1_1"/>
  <p:tag name="KSO_WM_TAG_VERSION" val="3.0"/>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4_1"/>
  <p:tag name="KSO_WM_TEMPLATE_CATEGORY" val="diagram"/>
  <p:tag name="KSO_WM_TEMPLATE_INDEX" val="20233243"/>
  <p:tag name="KSO_WM_UNIT_LAYERLEVEL" val="1_1_1"/>
  <p:tag name="KSO_WM_TAG_VERSION" val="3.0"/>
  <p:tag name="KSO_WM_UNIT_VALUE" val="60*60"/>
  <p:tag name="KSO_WM_UNIT_TYPE" val="m_h_x"/>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5_1"/>
  <p:tag name="KSO_WM_TEMPLATE_CATEGORY" val="diagram"/>
  <p:tag name="KSO_WM_TEMPLATE_INDEX" val="20233243"/>
  <p:tag name="KSO_WM_UNIT_LAYERLEVEL" val="1_1_1"/>
  <p:tag name="KSO_WM_TAG_VERSION" val="3.0"/>
  <p:tag name="KSO_WM_UNIT_VALUE" val="60*60"/>
  <p:tag name="KSO_WM_UNIT_TYPE" val="m_h_x"/>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2_1"/>
  <p:tag name="KSO_WM_TEMPLATE_CATEGORY" val="diagram"/>
  <p:tag name="KSO_WM_TEMPLATE_INDEX" val="20233243"/>
  <p:tag name="KSO_WM_UNIT_LAYERLEVEL" val="1_1_1"/>
  <p:tag name="KSO_WM_TAG_VERSION" val="3.0"/>
  <p:tag name="KSO_WM_UNIT_VALUE" val="60*60"/>
  <p:tag name="KSO_WM_UNIT_TYPE" val="m_h_x"/>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3243_3*m_h_f*1_4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3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3*m_h_f*1_2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可酌情增减文字"/>
  <p:tag name="KSO_WM_UNIT_TEXT_FILL_FORE_SCHEMECOLOR_INDEX" val="1"/>
  <p:tag name="KSO_WM_UNIT_TEXT_FILL_TYPE" val="1"/>
  <p:tag name="KSO_WM_UNIT_USESOURCEFORMAT_APPLY" val="1"/>
</p:tagLst>
</file>

<file path=ppt/tags/tag3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6_1"/>
  <p:tag name="KSO_WM_UNIT_ID" val="diagram20233243_3*m_h_f*1_6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需要可酌情增减文字"/>
  <p:tag name="KSO_WM_UNIT_TEXT_FILL_FORE_SCHEMECOLOR_INDEX" val="1"/>
  <p:tag name="KSO_WM_UNIT_TEXT_FILL_TYPE" val="1"/>
  <p:tag name="KSO_WM_UNIT_USESOURCEFORMAT_APPLY" val="1"/>
</p:tagLst>
</file>

<file path=ppt/tags/tag3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3*m_h_f*1_1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3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3*m_h_f*1_3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
  <p:tag name="KSO_WM_UNIT_TEXT_FILL_FORE_SCHEMECOLOR_INDEX" val="1"/>
  <p:tag name="KSO_WM_UNIT_TEXT_FILL_TYPE" val="1"/>
  <p:tag name="KSO_WM_UNIT_USESOURCEFORMAT_APPLY" val="1"/>
</p:tagLst>
</file>

<file path=ppt/tags/tag3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3243_3*m_h_f*1_5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374.83854258946513,&quot;left&quot;:0.049947916666667425,&quot;top&quot;:114.22926253892885,&quot;width&quot;:898.1569088746717}"/>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需要可酌情增减文字"/>
  <p:tag name="KSO_WM_UNIT_TEXT_FILL_FORE_SCHEMECOLOR_INDEX" val="1"/>
  <p:tag name="KSO_WM_UNIT_TEXT_FILL_TYPE" val="1"/>
  <p:tag name="KSO_WM_UNIT_USESOURCEFORMAT_APPLY"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3*m_h_x*1_6_1"/>
  <p:tag name="KSO_WM_TEMPLATE_CATEGORY" val="diagram"/>
  <p:tag name="KSO_WM_TEMPLATE_INDEX" val="20233243"/>
  <p:tag name="KSO_WM_UNIT_LAYERLEVEL" val="1_1_1"/>
  <p:tag name="KSO_WM_TAG_VERSION" val="3.0"/>
  <p:tag name="KSO_WM_UNIT_VALUE" val="60*60"/>
  <p:tag name="KSO_WM_UNIT_TYPE" val="m_h_x"/>
  <p:tag name="KSO_WM_UNIT_INDEX" val="1_6_1"/>
  <p:tag name="KSO_WM_DIAGRAM_VERSION" val="3"/>
  <p:tag name="KSO_WM_DIAGRAM_COLOR_TRICK" val="1"/>
  <p:tag name="KSO_WM_DIAGRAM_COLOR_TEXT_CAN_REMOVE" val="n"/>
  <p:tag name="KSO_WM_DIAGRAM_MAX_ITEMCNT" val="6"/>
  <p:tag name="KSO_WM_DIAGRAM_MIN_ITEMCNT" val="4"/>
  <p:tag name="KSO_WM_DIAGRAM_VIRTUALLY_FRAME" val="{&quot;height&quot;:374.83854258946513,&quot;left&quot;:0.049947916666667425,&quot;top&quot;:114.22926253892885,&quot;width&quot;:898.156908874671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33.xml><?xml version="1.0" encoding="utf-8"?>
<p:tagLst xmlns:p="http://schemas.openxmlformats.org/presentationml/2006/main">
  <p:tag name="KSO_WM_SLIDE_ID" val="diagram20233243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3"/>
  <p:tag name="KSO_WM_SLIDE_TYPE" val="text"/>
  <p:tag name="KSO_WM_SLIDE_SUBTYPE" val="diag"/>
  <p:tag name="KSO_WM_SLIDE_SIZE" val="899.093*360.637"/>
  <p:tag name="KSO_WM_SLIDE_POSITION" val="0.05*121.363"/>
  <p:tag name="KSO_WM_SLIDE_LAYOUT" val="a_m"/>
  <p:tag name="KSO_WM_SLIDE_LAYOUT_CNT" val="1_1"/>
  <p:tag name="KSO_WM_SPECIAL_SOURCE" val="bdnull"/>
  <p:tag name="KSO_WM_DIAGRAM_GROUP_CODE" val="m1-1"/>
  <p:tag name="KSO_WM_SLIDE_DIAGTYPE" val="m"/>
</p:tagLst>
</file>

<file path=ppt/tags/tag33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1*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335.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2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2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336543276328754,&quot;top&quot;:110.67141429510639,&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0"/>
</p:tagLst>
</file>

<file path=ppt/tags/tag336.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1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1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336543276328754,&quot;top&quot;:110.67141429510639,&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0"/>
</p:tagLst>
</file>

<file path=ppt/tags/tag3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336543276328754,&quot;top&quot;:110.67141429510639,&quot;width&quot;:850.916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0"/>
</p:tagLst>
</file>

<file path=ppt/tags/tag3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1*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336543276328754,&quot;top&quot;:110.67141429510639,&quot;width&quot;:850.916992187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0"/>
</p:tagLst>
</file>

<file path=ppt/tags/tag339.xml><?xml version="1.0" encoding="utf-8"?>
<p:tagLst xmlns:p="http://schemas.openxmlformats.org/presentationml/2006/main">
  <p:tag name="KSO_WM_SLIDE_ID" val="diagram20231751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1751"/>
  <p:tag name="KSO_WM_SLIDE_TYPE" val="text"/>
  <p:tag name="KSO_WM_SLIDE_SUBTYPE" val="diag"/>
  <p:tag name="KSO_WM_SLIDE_SIZE" val="849.05*297.483"/>
  <p:tag name="KSO_WM_SLIDE_POSITION" val="55.2949*170.614"/>
  <p:tag name="KSO_WM_SLIDE_LAYOUT" val="a_l"/>
  <p:tag name="KSO_WM_SLIDE_LAYOUT_CNT" val="1_1"/>
  <p:tag name="KSO_WM_SPECIAL_SOURCE" val="bdnull"/>
  <p:tag name="KSO_WM_DIAGRAM_GROUP_CODE" val="l1-1"/>
  <p:tag name="KSO_WM_SLIDE_DIAGTYPE" val="l"/>
</p:tagLst>
</file>

<file path=ppt/tags/tag3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5*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3"/>
  <p:tag name="KSO_WM_UNIT_TEXT_FILL_TYPE" val="1"/>
  <p:tag name="KSO_WM_UNIT_USESOURCEFORMAT_APPLY" val="1"/>
</p:tagLst>
</file>

<file path=ppt/tags/tag341.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5*l_h_f*1_1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5*l_h_i*1_1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43.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5*l_h_f*1_3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5*l_h_i*1_3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45.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5*l_h_f*1_5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9"/>
  <p:tag name="KSO_WM_UNIT_USESOURCEFORMAT_APPLY" val="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5*l_h_i*1_5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47.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5*l_h_f*1_2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5*l_h_i*1_2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49.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5*l_h_f*1_4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5*l_h_i*1_4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51.xml><?xml version="1.0" encoding="utf-8"?>
<p:tagLst xmlns:p="http://schemas.openxmlformats.org/presentationml/2006/main">
  <p:tag name="KSO_WM_DIAGRAM_VIRTUALLY_FRAME" val="{&quot;height&quot;:371.74047551546755,&quot;left&quot;:54.7429166666667,&quot;top&quot;:113.69892890893288,&quot;width&quot;:849.5141666666665}"/>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151_5*l_h_f*1_6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10"/>
  <p:tag name="KSO_WM_UNIT_USESOURCEFORMAT_APPLY" val="1"/>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diagram20235151_5*l_h_i*1_6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371.74047551546755,&quot;left&quot;:54.7429166666667,&quot;top&quot;:113.69892890893288,&quot;width&quot;:849.514166666666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353.xml><?xml version="1.0" encoding="utf-8"?>
<p:tagLst xmlns:p="http://schemas.openxmlformats.org/presentationml/2006/main">
  <p:tag name="KSO_WM_SLIDE_ID" val="diagram2023515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51"/>
  <p:tag name="KSO_WM_SLIDE_TYPE" val="text"/>
  <p:tag name="KSO_WM_SLIDE_SUBTYPE" val="diag"/>
  <p:tag name="KSO_WM_SLIDE_SIZE" val="850.4*369.9"/>
  <p:tag name="KSO_WM_SLIDE_POSITION" val="54.8*114.65"/>
  <p:tag name="KSO_WM_SLIDE_LAYOUT" val="a_l"/>
  <p:tag name="KSO_WM_SLIDE_LAYOUT_CNT" val="1_1"/>
  <p:tag name="KSO_WM_SPECIAL_SOURCE" val="bdnull"/>
  <p:tag name="KSO_WM_DIAGRAM_GROUP_CODE" val="l1-1"/>
  <p:tag name="KSO_WM_SLIDE_DIAGTYPE" val="l"/>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1"/>
  <p:tag name="KSO_WM_UNIT_ID" val="diagram20231451_1*n_h_i*1_2_1"/>
  <p:tag name="KSO_WM_TEMPLATE_CATEGORY" val="diagram"/>
  <p:tag name="KSO_WM_TEMPLATE_INDEX" val="2023145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gradient&quot;:[{&quot;brightness&quot;:0.800000011920929,&quot;colorType&quot;:1,&quot;foreColorIndex&quot;:5,&quot;pos&quot;:0.33000001311302185,&quot;transparency&quot;:1},{&quot;brightness&quot;:0,&quot;colorType&quot;:1,&quot;foreColorIndex&quot;:5,&quot;pos&quot;: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0"/>
</p:tagLst>
</file>

<file path=ppt/tags/tag35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TEMPLATE_CATEGORY" val="diagram"/>
  <p:tag name="KSO_WM_TEMPLATE_INDEX" val="20231451"/>
  <p:tag name="KSO_WM_UNIT_LAYERLEVEL" val="1"/>
  <p:tag name="KSO_WM_TAG_VERSION" val="3.0"/>
  <p:tag name="KSO_WM_BEAUTIFY_FLAG" val="#wm#"/>
  <p:tag name="KSO_WM_UNIT_TEXT_TYPE" val="1"/>
  <p:tag name="KSO_WM_DIAGRAM_GROUP_CODE" val="n1-1"/>
  <p:tag name="KSO_WM_UNIT_ID" val="diagram20231451_1*a*1"/>
  <p:tag name="KSO_WM_UNIT_PRESET_TEXT" val="单击此处添加标题"/>
  <p:tag name="KSO_WM_UNIT_TEXT_FILL_FORE_SCHEMECOLOR_INDEX" val="13"/>
  <p:tag name="KSO_WM_UNIT_TEXT_FILL_TYPE" val="1"/>
  <p:tag name="KSO_WM_UNIT_USESOURCEFORMAT_APPLY" val="0"/>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451_1*n_h_i*1_1_1"/>
  <p:tag name="KSO_WM_TEMPLATE_CATEGORY" val="diagram"/>
  <p:tag name="KSO_WM_TEMPLATE_INDEX" val="2023145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gradient&quot;:[{&quot;brightness&quot;:0.4000000059604645,&quot;colorType&quot;:1,&quot;foreColorIndex&quot;:5,&quot;pos&quot;:0.18000000715255737,&quot;transparency&quot;:1},{&quot;brightness&quot;:0.20000000298023224,&quot;colorType&quot;:1,&quot;foreColorIndex&quot;:5,&quot;pos&quot;:1,&quot;transparency&quot;:0.64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35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451_1*n_h_a*1_1_1"/>
  <p:tag name="KSO_WM_TEMPLATE_CATEGORY" val="diagram"/>
  <p:tag name="KSO_WM_TEMPLATE_INDEX" val="20231451"/>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编辑添加项目标题"/>
  <p:tag name="KSO_WM_UNIT_FILL_TYPE" val="3"/>
  <p:tag name="KSO_WM_UNIT_TEXT_TYPE" val="1"/>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gradient&quot;:[{&quot;brightness&quot;:0.15000000596046448,&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451_1*n_h_h_i*1_2_1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1451_1*n_h_h_i*1_2_1_2"/>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gradient&quot;:[{&quot;brightness&quot;:0,&quot;colorType&quot;:2,&quot;pos&quot;:0.9599999785423279,&quot;rgb&quot;:&quot;#ffffff&quot;,&quot;transparency&quot;:1},{&quot;brightness&quot;:0,&quot;colorType&quot;:1,&quot;foreColorIndex&quot;:5,&quot;pos&quot;:0,&quot;transparency&quot;:0.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1451_1*n_h_h_a*1_2_1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PRESET_TEXT" val="单击此处添加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6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1451_1*n_h_h_f*1_2_1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PRESET_TEXT" val="单击添加正文，文字是您思想的提炼，为了最终演示发布的良好效果，请言简的阐述观点。根据需要可酌情增减文字，以便观者可以准确理解您所传达的信息。单击此处输入正文，文字是您思想的提炼，为了最终演示发布的良好效果，请尽量言简意赅的阐述观点，根据需要可酌情增减文字。"/>
  <p:tag name="KSO_WM_UNIT_TEXT_FILL_FORE_SCHEMECOLOR_INDEX" val="1"/>
  <p:tag name="KSO_WM_UNIT_TEXT_FILL_TYPE" val="1"/>
  <p:tag name="KSO_WM_UNIT_TEXT_TYPE" val="1"/>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gradient&quot;:[{&quot;brightness&quot;:0,&quot;colorType&quot;:1,&quot;foreColorIndex&quot;:5,&quot;pos&quot;:0,&quot;transparency&quot;:0.25},{&quot;brightness&quot;:0,&quot;colorType&quot;:1,&quot;foreColorIndex&quot;:5,&quot;pos&quot;:1,&quot;transparency&quot;:0.8399999737739563}],&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0"/>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451_1*n_h_h_i*1_2_2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1451_1*n_h_h_i*1_2_2_2"/>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gradient&quot;:[{&quot;brightness&quot;:0,&quot;colorType&quot;:2,&quot;pos&quot;:0.9599999785423279,&quot;rgb&quot;:&quot;#ffffff&quot;,&quot;transparency&quot;:1},{&quot;brightness&quot;:0,&quot;colorType&quot;:1,&quot;foreColorIndex&quot;:5,&quot;pos&quot;:0,&quot;transparency&quot;:0.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6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1451_1*n_h_h_a*1_2_2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PRESET_TEXT" val="单击此处添加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6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1451_1*n_h_h_f*1_2_2_1"/>
  <p:tag name="KSO_WM_TEMPLATE_CATEGORY" val="diagram"/>
  <p:tag name="KSO_WM_TEMPLATE_INDEX" val="20231451"/>
  <p:tag name="KSO_WM_UNIT_LAYERLEVEL" val="1_1_1_1"/>
  <p:tag name="KSO_WM_TAG_VERSION" val="3.0"/>
  <p:tag name="KSO_WM_BEAUTIFY_FLAG" val="#wm#"/>
  <p:tag name="KSO_WM_DIAGRAM_VERSION" val="3"/>
  <p:tag name="KSO_WM_DIAGRAM_COLOR_TRICK" val="1"/>
  <p:tag name="KSO_WM_DIAGRAM_COLOR_TEXT_CAN_REMOVE" val="n"/>
  <p:tag name="KSO_WM_UNIT_PRESET_TEXT" val="单击添加正文，文字是您思想的提炼，为了最终演示发布的良好效果，请言简意赅的阐述观点。根据需要可酌情增减文字，以便观者可以准确理解您所传达的信息。单击此处输入正文，文字是您思想的提炼，为了最终演示发布的良好效果，请尽量言简意赅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60.8999938964844,&quot;left&quot;:47.425051577110025,&quot;top&quot;:132.09779832734839,&quot;width&quot;:864.5999755859375}"/>
  <p:tag name="KSO_WM_DIAGRAM_COLOR_MATCH_VALUE" val="{&quot;shape&quot;:{&quot;fill&quot;:{&quot;type&quot;:0},&quot;glow&quot;:{&quot;colorType&quot;:0},&quot;line&quot;:{&quot;gradient&quot;:[{&quot;brightness&quot;:0,&quot;colorType&quot;:1,&quot;foreColorIndex&quot;:5,&quot;pos&quot;:0,&quot;transparency&quot;:0.25},{&quot;brightness&quot;:0,&quot;colorType&quot;:1,&quot;foreColorIndex&quot;:5,&quot;pos&quot;:1,&quot;transparency&quot;:0.8399999737739563}],&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0"/>
</p:tagLst>
</file>

<file path=ppt/tags/tag366.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1451"/>
  <p:tag name="KSO_WM_SLIDE_TYPE" val="text"/>
  <p:tag name="KSO_WM_SLIDE_SUBTYPE" val="diag"/>
  <p:tag name="KSO_WM_SLIDE_LAYOUT" val="a_n"/>
  <p:tag name="KSO_WM_SLIDE_LAYOUT_CNT" val="1_1"/>
  <p:tag name="KSO_WM_SPECIAL_SOURCE" val="bdnull"/>
  <p:tag name="KSO_WM_SLIDE_DIAGTYPE" val="n"/>
  <p:tag name="KSO_WM_SLIDE_ID" val="diagram20231451_1"/>
  <p:tag name="KSO_WM_SLIDE_ITEM_CNT" val="2"/>
  <p:tag name="KSO_WM_SLIDE_INDEX" val="1"/>
  <p:tag name="KSO_WM_SLIDE_SIZE" val="864.6*325.7"/>
  <p:tag name="KSO_WM_SLIDE_POSITION" val="47.45*167.2"/>
  <p:tag name="KSO_WM_DIAGRAM_GROUP_CODE" val="n1-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82_1*a*1"/>
  <p:tag name="KSO_WM_TEMPLATE_CATEGORY" val="custom"/>
  <p:tag name="KSO_WM_TEMPLATE_INDEX" val="20235282"/>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DIAGRAM_GROUP_CODE" val="l1-1"/>
  <p:tag name="KSO_WM_UNIT_PRESET_TEXT" val="单击此处添加文档标题内容"/>
  <p:tag name="KSO_WM_UNIT_TEXT_TYPE" val="1"/>
  <p:tag name="KSO_WM_UNIT_VALUE" val="29"/>
  <p:tag name="KSO_WM_UNIT_TEXT_FILL_FORE_SCHEMECOLOR_INDEX" val="13"/>
  <p:tag name="KSO_WM_UNIT_TEXT_FILL_TYPE" val="1"/>
  <p:tag name="KSO_WM_UNIT_USESOURCEFORMAT_APPLY" val="1"/>
</p:tagLst>
</file>

<file path=ppt/tags/tag3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241_2*l_h_f*1_1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241_2*l_h_f*1_2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1"/>
  <p:tag name="KSO_WM_TEMPLATE_CATEGORY" val="diagram"/>
  <p:tag name="KSO_WM_TEMPLATE_INDEX" val="20235241"/>
  <p:tag name="KSO_WM_UNIT_LAYERLEVEL" val="1_1"/>
  <p:tag name="KSO_WM_TAG_VERSION" val="3.0"/>
  <p:tag name="KSO_WM_BEAUTIFY_FLAG" val="#wm#"/>
  <p:tag name="KSO_WM_UNIT_TYPE" val="l_i"/>
  <p:tag name="KSO_WM_UNIT_INDEX" val="1_1"/>
  <p:tag name="KSO_WM_DIAGRAM_VERSION" val="3"/>
  <p:tag name="KSO_WM_DIAGRAM_COLOR_TRICK" val="1"/>
  <p:tag name="KSO_WM_DIAGRAM_COLOR_TEXT_CAN_REMOVE" val="n"/>
  <p:tag name="KSO_WM_DIAGRAM_GROUP_CODE" val="l1-1"/>
  <p:tag name="KSO_WM_UNIT_LINE_FORE_SCHEMECOLOR_INDEX" val="5"/>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2"/>
  <p:tag name="KSO_WM_TEMPLATE_CATEGORY" val="diagram"/>
  <p:tag name="KSO_WM_TEMPLATE_INDEX" val="20235241"/>
  <p:tag name="KSO_WM_UNIT_LAYERLEVEL" val="1_1"/>
  <p:tag name="KSO_WM_TAG_VERSION" val="3.0"/>
  <p:tag name="KSO_WM_BEAUTIFY_FLAG" val="#wm#"/>
  <p:tag name="KSO_WM_UNIT_TYPE" val="l_i"/>
  <p:tag name="KSO_WM_UNIT_INDEX" val="1_2"/>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0.05999999865889549,&quot;transparency&quot;:1},{&quot;brightness&quot;:0,&quot;colorType&quot;:1,&quot;foreColorIndex&quot;:5,&quot;pos&quot;:0.6700000166893005,&quot;transparency&quot;:0.1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5241_2*l_h_f*1_3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3"/>
  <p:tag name="KSO_WM_TEMPLATE_CATEGORY" val="diagram"/>
  <p:tag name="KSO_WM_TEMPLATE_INDEX" val="20235241"/>
  <p:tag name="KSO_WM_UNIT_LAYERLEVEL" val="1_1"/>
  <p:tag name="KSO_WM_TAG_VERSION" val="3.0"/>
  <p:tag name="KSO_WM_BEAUTIFY_FLAG" val="#wm#"/>
  <p:tag name="KSO_WM_UNIT_TYPE" val="l_i"/>
  <p:tag name="KSO_WM_UNIT_INDEX" val="1_3"/>
  <p:tag name="KSO_WM_DIAGRAM_VERSION" val="3"/>
  <p:tag name="KSO_WM_DIAGRAM_COLOR_TRICK" val="1"/>
  <p:tag name="KSO_WM_DIAGRAM_COLOR_TEXT_CAN_REMOVE" val="n"/>
  <p:tag name="KSO_WM_DIAGRAM_GROUP_CODE" val="l1-1"/>
  <p:tag name="KSO_WM_UNIT_LINE_FORE_SCHEMECOLOR_INDEX" val="5"/>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4"/>
  <p:tag name="KSO_WM_TEMPLATE_CATEGORY" val="diagram"/>
  <p:tag name="KSO_WM_TEMPLATE_INDEX" val="20235241"/>
  <p:tag name="KSO_WM_UNIT_LAYERLEVEL" val="1_1"/>
  <p:tag name="KSO_WM_TAG_VERSION" val="3.0"/>
  <p:tag name="KSO_WM_BEAUTIFY_FLAG" val="#wm#"/>
  <p:tag name="KSO_WM_UNIT_TYPE" val="l_i"/>
  <p:tag name="KSO_WM_UNIT_INDEX" val="1_4"/>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1,&quot;transparency&quot;:1},{&quot;brightness&quot;:0,&quot;colorType&quot;:1,&quot;foreColorIndex&quot;:5,&quot;pos&quot;:0.23999999463558197,&quot;transparency&quot;:0.3700000047683716}],&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5"/>
  <p:tag name="KSO_WM_TEMPLATE_CATEGORY" val="diagram"/>
  <p:tag name="KSO_WM_TEMPLATE_INDEX" val="20235241"/>
  <p:tag name="KSO_WM_UNIT_LAYERLEVEL" val="1_1"/>
  <p:tag name="KSO_WM_TAG_VERSION" val="3.0"/>
  <p:tag name="KSO_WM_BEAUTIFY_FLAG" val="#wm#"/>
  <p:tag name="KSO_WM_UNIT_TYPE" val="l_i"/>
  <p:tag name="KSO_WM_UNIT_INDEX" val="1_5"/>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0.05999999865889549,&quot;transparency&quot;:1},{&quot;brightness&quot;:0,&quot;colorType&quot;:1,&quot;foreColorIndex&quot;:5,&quot;pos&quot;:0.6700000166893005,&quot;transparency&quot;:0.1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6"/>
  <p:tag name="KSO_WM_TEMPLATE_CATEGORY" val="diagram"/>
  <p:tag name="KSO_WM_TEMPLATE_INDEX" val="20235241"/>
  <p:tag name="KSO_WM_UNIT_LAYERLEVEL" val="1_1"/>
  <p:tag name="KSO_WM_TAG_VERSION" val="3.0"/>
  <p:tag name="KSO_WM_BEAUTIFY_FLAG" val="#wm#"/>
  <p:tag name="KSO_WM_UNIT_TYPE" val="l_i"/>
  <p:tag name="KSO_WM_UNIT_INDEX" val="1_6"/>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1,&quot;transparency&quot;:1},{&quot;brightness&quot;:0,&quot;colorType&quot;:1,&quot;foreColorIndex&quot;:5,&quot;pos&quot;:0.23999999463558197,&quot;transparency&quot;:0.3700000047683716}],&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5241_2*l_h_f*1_4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5241_2*l_h_f*1_5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5241_2*l_h_f*1_6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7"/>
  <p:tag name="KSO_WM_TEMPLATE_CATEGORY" val="diagram"/>
  <p:tag name="KSO_WM_TEMPLATE_INDEX" val="20235241"/>
  <p:tag name="KSO_WM_UNIT_LAYERLEVEL" val="1_1"/>
  <p:tag name="KSO_WM_TAG_VERSION" val="3.0"/>
  <p:tag name="KSO_WM_BEAUTIFY_FLAG" val="#wm#"/>
  <p:tag name="KSO_WM_UNIT_TYPE" val="l_i"/>
  <p:tag name="KSO_WM_UNIT_INDEX" val="1_7"/>
  <p:tag name="KSO_WM_DIAGRAM_VERSION" val="3"/>
  <p:tag name="KSO_WM_DIAGRAM_COLOR_TRICK" val="1"/>
  <p:tag name="KSO_WM_DIAGRAM_COLOR_TEXT_CAN_REMOVE" val="n"/>
  <p:tag name="KSO_WM_DIAGRAM_GROUP_CODE" val="l1-1"/>
  <p:tag name="KSO_WM_UNIT_LINE_FORE_SCHEMECOLOR_INDEX" val="5"/>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8"/>
  <p:tag name="KSO_WM_TEMPLATE_CATEGORY" val="diagram"/>
  <p:tag name="KSO_WM_TEMPLATE_INDEX" val="20235241"/>
  <p:tag name="KSO_WM_UNIT_LAYERLEVEL" val="1_1"/>
  <p:tag name="KSO_WM_TAG_VERSION" val="3.0"/>
  <p:tag name="KSO_WM_BEAUTIFY_FLAG" val="#wm#"/>
  <p:tag name="KSO_WM_UNIT_TYPE" val="l_i"/>
  <p:tag name="KSO_WM_UNIT_INDEX" val="1_8"/>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0.05999999865889549,&quot;transparency&quot;:1},{&quot;brightness&quot;:0,&quot;colorType&quot;:1,&quot;foreColorIndex&quot;:5,&quot;pos&quot;:0.6700000166893005,&quot;transparency&quot;:0.1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8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7_1"/>
  <p:tag name="KSO_WM_UNIT_ID" val="diagram20235241_2*l_h_f*1_7_1"/>
  <p:tag name="KSO_WM_TEMPLATE_CATEGORY" val="diagram"/>
  <p:tag name="KSO_WM_TEMPLATE_INDEX" val="20235241"/>
  <p:tag name="KSO_WM_UNIT_LAYERLEVEL" val="1_1_1"/>
  <p:tag name="KSO_WM_TAG_VERSION" val="3.0"/>
  <p:tag name="KSO_WM_BEAUTIFY_FLAG" val="#wm#"/>
  <p:tag name="KSO_WM_UNIT_TEXT_LAYER_COUNT" val="1"/>
  <p:tag name="KSO_WM_DIAGRAM_VERSION" val="3"/>
  <p:tag name="KSO_WM_DIAGRAM_COLOR_TRICK" val="1"/>
  <p:tag name="KSO_WM_DIAGRAM_COLOR_TEXT_CAN_REMOVE" val="n"/>
  <p:tag name="KSO_WM_DIAGRAM_GROUP_CODE" val="l1-1"/>
  <p:tag name="KSO_WM_UNIT_PRESET_TEXT" val="单击此处输入您的项正文文字是您思想的提炼，请尽量言简意赅的阐述观点单击此处输入您的项正文文字是您思想的提炼"/>
  <p:tag name="KSO_WM_UNIT_TEXT_FILL_FORE_SCHEMECOLOR_INDEX" val="1"/>
  <p:tag name="KSO_WM_UNIT_TEXT_FILL_TYPE" val="1"/>
  <p:tag name="KSO_WM_UNIT_TEXT_TYPE" val="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9"/>
  <p:tag name="KSO_WM_TEMPLATE_CATEGORY" val="diagram"/>
  <p:tag name="KSO_WM_TEMPLATE_INDEX" val="20235241"/>
  <p:tag name="KSO_WM_UNIT_LAYERLEVEL" val="1_1"/>
  <p:tag name="KSO_WM_TAG_VERSION" val="3.0"/>
  <p:tag name="KSO_WM_BEAUTIFY_FLAG" val="#wm#"/>
  <p:tag name="KSO_WM_UNIT_TYPE" val="l_i"/>
  <p:tag name="KSO_WM_UNIT_INDEX" val="1_9"/>
  <p:tag name="KSO_WM_DIAGRAM_VERSION" val="3"/>
  <p:tag name="KSO_WM_DIAGRAM_COLOR_TRICK" val="1"/>
  <p:tag name="KSO_WM_DIAGRAM_COLOR_TEXT_CAN_REMOVE" val="n"/>
  <p:tag name="KSO_WM_DIAGRAM_GROUP_CODE" val="l1-1"/>
  <p:tag name="KSO_WM_UNIT_LINE_FORE_SCHEMECOLOR_INDEX" val="5"/>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10"/>
  <p:tag name="KSO_WM_TEMPLATE_CATEGORY" val="diagram"/>
  <p:tag name="KSO_WM_TEMPLATE_INDEX" val="20235241"/>
  <p:tag name="KSO_WM_UNIT_LAYERLEVEL" val="1_1"/>
  <p:tag name="KSO_WM_TAG_VERSION" val="3.0"/>
  <p:tag name="KSO_WM_BEAUTIFY_FLAG" val="#wm#"/>
  <p:tag name="KSO_WM_UNIT_TYPE" val="l_i"/>
  <p:tag name="KSO_WM_UNIT_INDEX" val="1_10"/>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1,&quot;transparency&quot;:1},{&quot;brightness&quot;:0,&quot;colorType&quot;:1,&quot;foreColorIndex&quot;:5,&quot;pos&quot;:0.23999999463558197,&quot;transparency&quot;:0.3700000047683716}],&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1_2*l_i*1_11"/>
  <p:tag name="KSO_WM_TEMPLATE_CATEGORY" val="diagram"/>
  <p:tag name="KSO_WM_TEMPLATE_INDEX" val="20235241"/>
  <p:tag name="KSO_WM_UNIT_LAYERLEVEL" val="1_1"/>
  <p:tag name="KSO_WM_TAG_VERSION" val="3.0"/>
  <p:tag name="KSO_WM_BEAUTIFY_FLAG" val="#wm#"/>
  <p:tag name="KSO_WM_UNIT_TYPE" val="l_i"/>
  <p:tag name="KSO_WM_UNIT_INDEX" val="1_11"/>
  <p:tag name="KSO_WM_DIAGRAM_VERSION" val="3"/>
  <p:tag name="KSO_WM_DIAGRAM_COLOR_TRICK" val="1"/>
  <p:tag name="KSO_WM_DIAGRAM_COLOR_TEXT_CAN_REMOVE" val="n"/>
  <p:tag name="KSO_WM_DIAGRAM_GROUP_CODE" val="l1-1"/>
  <p:tag name="KSO_WM_DIAGRAM_MAX_ITEMCNT" val="8"/>
  <p:tag name="KSO_WM_DIAGRAM_MIN_ITEMCNT" val="6"/>
  <p:tag name="KSO_WM_DIAGRAM_VIRTUALLY_FRAME" val="{&quot;height&quot;:328.08103433906007,&quot;left&quot;:57.889635416666636,&quot;top&quot;:131.53282392865637,&quot;width&quot;:853.6098958333332}"/>
  <p:tag name="KSO_WM_DIAGRAM_COLOR_MATCH_VALUE" val="{&quot;shape&quot;:{&quot;fill&quot;:{&quot;type&quot;:0},&quot;glow&quot;:{&quot;colorType&quot;:0},&quot;line&quot;:{&quot;gradient&quot;:[{&quot;brightness&quot;:0.800000011920929,&quot;colorType&quot;:1,&quot;foreColorIndex&quot;:5,&quot;pos&quot;:0.05999999865889549,&quot;transparency&quot;:1},{&quot;brightness&quot;:0,&quot;colorType&quot;:1,&quot;foreColorIndex&quot;:5,&quot;pos&quot;:0.6700000166893005,&quot;transparency&quot;:0.1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386.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1_1"/>
  <p:tag name="KSO_WM_TEMPLATE_CATEGORY" val="diagram"/>
  <p:tag name="KSO_WM_TEMPLATE_INDEX" val="20235241"/>
  <p:tag name="KSO_WM_UNIT_LAYERLEVEL" val="1_1_1"/>
  <p:tag name="KSO_WM_TAG_VERSION" val="3.0"/>
  <p:tag name="KSO_WM_BEAUTIFY_FLAG" val="#wm#"/>
  <p:tag name="KSO_WM_UNIT_VALUE" val="75*87"/>
  <p:tag name="KSO_WM_UNIT_TYPE" val="l_h_x"/>
  <p:tag name="KSO_WM_UNIT_INDEX" val="1_1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387.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2_1"/>
  <p:tag name="KSO_WM_TEMPLATE_CATEGORY" val="diagram"/>
  <p:tag name="KSO_WM_TEMPLATE_INDEX" val="20235241"/>
  <p:tag name="KSO_WM_UNIT_LAYERLEVEL" val="1_1_1"/>
  <p:tag name="KSO_WM_TAG_VERSION" val="3.0"/>
  <p:tag name="KSO_WM_BEAUTIFY_FLAG" val="#wm#"/>
  <p:tag name="KSO_WM_UNIT_VALUE" val="83*75"/>
  <p:tag name="KSO_WM_UNIT_TYPE" val="l_h_x"/>
  <p:tag name="KSO_WM_UNIT_INDEX" val="1_2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6"/>
  <p:tag name="KSO_WM_UNIT_FILL_TYPE" val="1"/>
  <p:tag name="KSO_WM_UNIT_USESOURCEFORMAT_APPLY" val="1"/>
</p:tagLst>
</file>

<file path=ppt/tags/tag388.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4_1"/>
  <p:tag name="KSO_WM_TEMPLATE_CATEGORY" val="diagram"/>
  <p:tag name="KSO_WM_TEMPLATE_INDEX" val="20235241"/>
  <p:tag name="KSO_WM_UNIT_LAYERLEVEL" val="1_1_1"/>
  <p:tag name="KSO_WM_TAG_VERSION" val="3.0"/>
  <p:tag name="KSO_WM_BEAUTIFY_FLAG" val="#wm#"/>
  <p:tag name="KSO_WM_UNIT_VALUE" val="77*76"/>
  <p:tag name="KSO_WM_UNIT_TYPE" val="l_h_x"/>
  <p:tag name="KSO_WM_UNIT_INDEX" val="1_4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8"/>
  <p:tag name="KSO_WM_UNIT_FILL_TYPE" val="1"/>
  <p:tag name="KSO_WM_UNIT_USESOURCEFORMAT_APPLY" val="1"/>
</p:tagLst>
</file>

<file path=ppt/tags/tag389.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3_1"/>
  <p:tag name="KSO_WM_TEMPLATE_CATEGORY" val="diagram"/>
  <p:tag name="KSO_WM_TEMPLATE_INDEX" val="20235241"/>
  <p:tag name="KSO_WM_UNIT_LAYERLEVEL" val="1_1_1"/>
  <p:tag name="KSO_WM_TAG_VERSION" val="3.0"/>
  <p:tag name="KSO_WM_BEAUTIFY_FLAG" val="#wm#"/>
  <p:tag name="KSO_WM_UNIT_VALUE" val="81*70"/>
  <p:tag name="KSO_WM_UNIT_TYPE" val="l_h_x"/>
  <p:tag name="KSO_WM_UNIT_INDEX" val="1_3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7"/>
  <p:tag name="KSO_WM_UNIT_FILL_TYPE" val="1"/>
  <p:tag name="KSO_WM_UNIT_USESOURCEFORMAT_APPLY" val="1"/>
</p:tagLst>
</file>

<file path=ppt/tags/tag390.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6_1"/>
  <p:tag name="KSO_WM_TEMPLATE_CATEGORY" val="diagram"/>
  <p:tag name="KSO_WM_TEMPLATE_INDEX" val="20235241"/>
  <p:tag name="KSO_WM_UNIT_LAYERLEVEL" val="1_1_1"/>
  <p:tag name="KSO_WM_TAG_VERSION" val="3.0"/>
  <p:tag name="KSO_WM_BEAUTIFY_FLAG" val="#wm#"/>
  <p:tag name="KSO_WM_UNIT_VALUE" val="74*78"/>
  <p:tag name="KSO_WM_UNIT_TYPE" val="l_h_x"/>
  <p:tag name="KSO_WM_UNIT_INDEX" val="1_6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10"/>
  <p:tag name="KSO_WM_UNIT_FILL_TYPE" val="1"/>
  <p:tag name="KSO_WM_UNIT_USESOURCEFORMAT_APPLY" val="1"/>
</p:tagLst>
</file>

<file path=ppt/tags/tag391.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5_1"/>
  <p:tag name="KSO_WM_TEMPLATE_CATEGORY" val="diagram"/>
  <p:tag name="KSO_WM_TEMPLATE_INDEX" val="20235241"/>
  <p:tag name="KSO_WM_UNIT_LAYERLEVEL" val="1_1_1"/>
  <p:tag name="KSO_WM_TAG_VERSION" val="3.0"/>
  <p:tag name="KSO_WM_BEAUTIFY_FLAG" val="#wm#"/>
  <p:tag name="KSO_WM_UNIT_VALUE" val="79*87"/>
  <p:tag name="KSO_WM_UNIT_TYPE" val="l_h_x"/>
  <p:tag name="KSO_WM_UNIT_INDEX" val="1_5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9"/>
  <p:tag name="KSO_WM_UNIT_FILL_TYPE" val="1"/>
  <p:tag name="KSO_WM_UNIT_USESOURCEFORMAT_APPLY" val="1"/>
</p:tagLst>
</file>

<file path=ppt/tags/tag392.xml><?xml version="1.0" encoding="utf-8"?>
<p:tagLst xmlns:p="http://schemas.openxmlformats.org/presentationml/2006/main">
  <p:tag name="KSO_WM_DIAGRAM_VIRTUALLY_FRAME" val="{&quot;height&quot;:328.08103433906007,&quot;left&quot;:57.889635416666636,&quot;top&quot;:131.53282392865637,&quot;width&quot;:853.6098958333332}"/>
  <p:tag name="KSO_WM_UNIT_HIGHLIGHT" val="0"/>
  <p:tag name="KSO_WM_UNIT_COMPATIBLE" val="0"/>
  <p:tag name="KSO_WM_UNIT_DIAGRAM_ISNUMVISUAL" val="0"/>
  <p:tag name="KSO_WM_UNIT_DIAGRAM_ISREFERUNIT" val="0"/>
  <p:tag name="KSO_WM_UNIT_ID" val="diagram20235241_2*l_h_x*1_7_1"/>
  <p:tag name="KSO_WM_TEMPLATE_CATEGORY" val="diagram"/>
  <p:tag name="KSO_WM_TEMPLATE_INDEX" val="20235241"/>
  <p:tag name="KSO_WM_UNIT_LAYERLEVEL" val="1_1_1"/>
  <p:tag name="KSO_WM_TAG_VERSION" val="3.0"/>
  <p:tag name="KSO_WM_BEAUTIFY_FLAG" val="#wm#"/>
  <p:tag name="KSO_WM_UNIT_VALUE" val="81*81"/>
  <p:tag name="KSO_WM_UNIT_TYPE" val="l_h_x"/>
  <p:tag name="KSO_WM_UNIT_INDEX" val="1_7_1"/>
  <p:tag name="KSO_WM_DIAGRAM_VERSION" val="3"/>
  <p:tag name="KSO_WM_DIAGRAM_COLOR_TRICK" val="1"/>
  <p:tag name="KSO_WM_DIAGRAM_COLOR_TEXT_CAN_REMOVE" val="n"/>
  <p:tag name="KSO_WM_DIAGRAM_GROUP_CODE" val="l1-1"/>
  <p:tag name="KSO_WM_DIAGRAM_MAX_ITEMCNT" val="8"/>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393.xml><?xml version="1.0" encoding="utf-8"?>
<p:tagLst xmlns:p="http://schemas.openxmlformats.org/presentationml/2006/main">
  <p:tag name="KSO_WM_BEAUTIFY_FLAG" val="#wm#"/>
  <p:tag name="KSO_WM_TEMPLATE_CATEGORY" val="custom"/>
  <p:tag name="KSO_WM_TEMPLATE_INDEX" val="20235282"/>
  <p:tag name="KSO_WM_SLIDE_ID" val="custom20235282_1"/>
  <p:tag name="KSO_WM_TEMPLATE_SUBCATEGORY" val="0"/>
  <p:tag name="KSO_WM_TEMPLATE_MASTER_TYPE" val="0"/>
  <p:tag name="KSO_WM_TEMPLATE_COLOR_TYPE" val="0"/>
  <p:tag name="KSO_WM_SLIDE_TYPE" val="text"/>
  <p:tag name="KSO_WM_SLIDE_SUBTYPE" val="picTxt"/>
  <p:tag name="KSO_WM_SLIDE_ITEM_CNT" val="6"/>
  <p:tag name="KSO_WM_SLIDE_INDEX" val="1"/>
  <p:tag name="KSO_WM_SLIDE_SIZE" val="854.5*327.3"/>
  <p:tag name="KSO_WM_SLIDE_POSITION" val="57.95*131.95"/>
  <p:tag name="KSO_WM_TAG_VERSION" val="3.0"/>
  <p:tag name="KSO_WM_SLIDE_LAYOUT" val="a_l"/>
  <p:tag name="KSO_WM_SLIDE_LAYOUT_CNT" val="1_1"/>
  <p:tag name="KSO_WM_DIAGRAM_GROUP_CODE" val="l1-1"/>
  <p:tag name="KSO_WM_SLIDE_DIAGTYPE" val="l"/>
</p:tagLst>
</file>

<file path=ppt/tags/tag39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395.xml><?xml version="1.0" encoding="utf-8"?>
<p:tagLst xmlns:p="http://schemas.openxmlformats.org/presentationml/2006/main">
  <p:tag name="KSO_WM_BEAUTIFY_FLAG" val="#wm#"/>
  <p:tag name="KSO_WM_TEMPLATE_CATEGORY" val="diagram"/>
  <p:tag name="KSO_WM_TEMPLATE_INDEX" val="20231751"/>
</p:tagLst>
</file>

<file path=ppt/tags/tag396.xml><?xml version="1.0" encoding="utf-8"?>
<p:tagLst xmlns:p="http://schemas.openxmlformats.org/presentationml/2006/main">
  <p:tag name="KSO_WM_BEAUTIFY_FLAG" val="#wm#"/>
  <p:tag name="KSO_WM_TEMPLATE_CATEGORY" val="custom"/>
  <p:tag name="KSO_WM_TEMPLATE_INDEX" val="20235282"/>
</p:tagLst>
</file>

<file path=ppt/tags/tag397.xml><?xml version="1.0" encoding="utf-8"?>
<p:tagLst xmlns:p="http://schemas.openxmlformats.org/presentationml/2006/main">
  <p:tag name="KSO_WM_BEAUTIFY_FLAG" val="#wm#"/>
  <p:tag name="KSO_WM_TEMPLATE_CATEGORY" val="custom"/>
  <p:tag name="KSO_WM_TEMPLATE_INDEX" val="20235282"/>
</p:tagLst>
</file>

<file path=ppt/tags/tag398.xml><?xml version="1.0" encoding="utf-8"?>
<p:tagLst xmlns:p="http://schemas.openxmlformats.org/presentationml/2006/main">
  <p:tag name="KSO_WM_BEAUTIFY_FLAG" val="#wm#"/>
  <p:tag name="KSO_WM_TEMPLATE_CATEGORY" val="custom"/>
  <p:tag name="KSO_WM_TEMPLATE_INDEX" val="20235282"/>
</p:tagLst>
</file>

<file path=ppt/tags/tag399.xml><?xml version="1.0" encoding="utf-8"?>
<p:tagLst xmlns:p="http://schemas.openxmlformats.org/presentationml/2006/main">
  <p:tag name="KSO_WM_BEAUTIFY_FLAG" val="#wm#"/>
  <p:tag name="KSO_WM_TEMPLATE_CATEGORY" val="custom"/>
  <p:tag name="KSO_WM_TEMPLATE_INDEX" val="20235282"/>
</p:tagLst>
</file>

<file path=ppt/tags/tag400.xml><?xml version="1.0" encoding="utf-8"?>
<p:tagLst xmlns:p="http://schemas.openxmlformats.org/presentationml/2006/main">
  <p:tag name="KSO_WM_BEAUTIFY_FLAG" val="#wm#"/>
  <p:tag name="KSO_WM_TEMPLATE_CATEGORY" val="custom"/>
  <p:tag name="KSO_WM_TEMPLATE_INDEX" val="20235282"/>
</p:tagLst>
</file>

<file path=ppt/tags/tag401.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234386_1*a*1"/>
  <p:tag name="KSO_WM_TEMPLATE_CATEGORY" val="diagram"/>
  <p:tag name="KSO_WM_TEMPLATE_INDEX" val="20234386"/>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4"/>
  <p:tag name="KSO_WM_UNIT_ID" val="diagram20234386_1*l_h_i*1_4_4"/>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quot;colorType&quot;:1,&quot;foreColorIndex&quot;:5,&quot;pos&quot;:0,&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3"/>
  <p:tag name="KSO_WM_UNIT_ID" val="diagram20234386_1*l_h_i*1_4_3"/>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30000001192092896,&quot;colorType&quot;:1,&quot;foreColorIndex&quot;:5,&quot;pos&quot;:0,&quot;transparency&quot;:0},{&quot;brightness&quot;:0.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34386_1*l_h_i*1_4_2"/>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25,&quot;colorType&quot;:1,&quot;foreColorIndex&quot;:5,&quot;pos&quot;:0.3899999856948852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4"/>
  <p:tag name="KSO_WM_UNIT_ID" val="diagram20234386_1*l_h_i*1_2_4"/>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quot;colorType&quot;:1,&quot;foreColorIndex&quot;:5,&quot;pos&quot;:0,&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3"/>
  <p:tag name="KSO_WM_UNIT_ID" val="diagram20234386_1*l_h_i*1_2_3"/>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30000001192092896,&quot;colorType&quot;:1,&quot;foreColorIndex&quot;:5,&quot;pos&quot;:0,&quot;transparency&quot;:0},{&quot;brightness&quot;:0.30000001192092896,&quot;colorType&quot;:1,&quot;foreColorIndex&quot;:5,&quot;pos&quot;:1,&quot;transparency&quot;:0},{&quot;brightness&quot;:0.5,&quot;colorType&quot;:1,&quot;foreColorIndex&quot;:5,&quot;pos&quot;:0.540000021457672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34386_1*l_h_i*1_2_2"/>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25,&quot;colorType&quot;:1,&quot;foreColorIndex&quot;:5,&quot;pos&quot;:0.3899999856948852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4"/>
  <p:tag name="KSO_WM_UNIT_ID" val="diagram20234386_1*l_h_i*1_1_4"/>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699999988079071,&quot;colorType&quot;:1,&quot;foreColorIndex&quot;:5,&quot;pos&quot;:0,&quot;transparency&quot;:0},{&quot;brightness&quot;:0.699999988079071,&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4386_1*l_h_i*1_1_2"/>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20000000298023224,&quot;colorType&quot;:1,&quot;foreColorIndex&quot;:5,&quot;pos&quot;:0,&quot;transparency&quot;:0},{&quot;brightness&quot;:0.20000000298023224,&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3"/>
  <p:tag name="KSO_WM_UNIT_ID" val="diagram20234386_1*l_h_i*1_1_3"/>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05000000074505806,&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4"/>
  <p:tag name="KSO_WM_UNIT_ID" val="diagram20234386_1*l_h_i*1_3_4"/>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6000000238418579,&quot;colorType&quot;:1,&quot;foreColorIndex&quot;:5,&quot;pos&quot;:0,&quot;transparency&quot;:0},{&quot;brightness&quot;:0.60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3"/>
  <p:tag name="KSO_WM_UNIT_ID" val="diagram20234386_1*l_h_i*1_3_3"/>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10000000149011612,&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34386_1*l_h_i*1_3_2"/>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gradient&quot;:[{&quot;brightness&quot;:0.10000000149011612,&quot;colorType&quot;:1,&quot;foreColorIndex&quot;:5,&quot;pos&quot;:0,&quot;transparency&quot;:0},{&quot;brightness&quot;:0.10000000149011612,&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1"/>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34386_1*l_h_i*1_3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7"/>
  <p:tag name="KSO_WM_UNIT_LINE_FILL_TYPE" val="2"/>
  <p:tag name="KSO_WM_UNIT_USESOURCEFORMAT_APPLY" val="1"/>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4386_1*l_h_i*1_1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1"/>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34386_1*l_h_i*1_4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8"/>
  <p:tag name="KSO_WM_UNIT_LINE_FILL_TYPE" val="2"/>
  <p:tag name="KSO_WM_UNIT_USESOURCEFORMAT_APPLY"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4386_1*l_h_i*1_2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LINE_FILL_TYPE" val="2"/>
  <p:tag name="KSO_WM_UNIT_USESOURCEFORMAT_APPLY" val="1"/>
</p:tagLst>
</file>

<file path=ppt/tags/tag41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386_1*l_h_f*1_1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5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观点单击输入项正文，文字是您思想的提炼"/>
  <p:tag name="KSO_WM_UNIT_TEXT_FILL_FORE_SCHEMECOLOR_INDEX" val="1"/>
  <p:tag name="KSO_WM_UNIT_TEXT_FILL_TYPE" val="1"/>
  <p:tag name="KSO_WM_UNIT_USESOURCEFORMAT_APPLY" val="1"/>
</p:tagLst>
</file>

<file path=ppt/tags/tag41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4386_1*l_h_f*1_3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5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观点单击输入项正文，文字是您思想的提炼"/>
  <p:tag name="KSO_WM_UNIT_TEXT_FILL_FORE_SCHEMECOLOR_INDEX" val="1"/>
  <p:tag name="KSO_WM_UNIT_TEXT_FILL_TYPE" val="1"/>
  <p:tag name="KSO_WM_UNIT_USESOURCEFORMAT_APPLY" val="1"/>
</p:tagLst>
</file>

<file path=ppt/tags/tag42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386_1*l_h_f*1_2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UNIT_VALUE" val="51"/>
  <p:tag name="KSO_WM_DIAGRAM_GROUP_CODE" val="l1-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观点单击输入项正文，文字是您思想的提炼"/>
  <p:tag name="KSO_WM_UNIT_TEXT_FILL_FORE_SCHEMECOLOR_INDEX" val="1"/>
  <p:tag name="KSO_WM_UNIT_TEXT_FILL_TYPE" val="1"/>
  <p:tag name="KSO_WM_UNIT_USESOURCEFORMAT_APPLY" val="1"/>
</p:tagLst>
</file>

<file path=ppt/tags/tag421.xml><?xml version="1.0" encoding="utf-8"?>
<p:tagLst xmlns:p="http://schemas.openxmlformats.org/presentationml/2006/main">
  <p:tag name="KSO_WM_DIAGRAM_VERSION" val="3"/>
  <p:tag name="KSO_WM_DIAGRAM_COLOR_TRICK" val="1"/>
  <p:tag name="KSO_WM_DIAGRAM_COLOR_TEXT_CAN_REMOVE" val="n"/>
  <p:tag name="KSO_WM_UNIT_VALUE" val="123*12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4386_1*l_h_x*1_1_1"/>
  <p:tag name="KSO_WM_TEMPLATE_CATEGORY" val="diagram"/>
  <p:tag name="KSO_WM_TEMPLATE_INDEX" val="20234386"/>
  <p:tag name="KSO_WM_UNIT_LAYERLEVEL" val="1_1_1"/>
  <p:tag name="KSO_WM_TAG_VERSION" val="3.0"/>
  <p:tag name="KSO_WM_BEAUTIFY_FLAG" val="#wm#"/>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2.xml><?xml version="1.0" encoding="utf-8"?>
<p:tagLst xmlns:p="http://schemas.openxmlformats.org/presentationml/2006/main">
  <p:tag name="KSO_WM_DIAGRAM_VERSION" val="3"/>
  <p:tag name="KSO_WM_DIAGRAM_COLOR_TRICK" val="1"/>
  <p:tag name="KSO_WM_DIAGRAM_COLOR_TEXT_CAN_REMOVE" val="n"/>
  <p:tag name="KSO_WM_UNIT_VALUE" val="124*124"/>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4386_1*l_h_x*1_2_1"/>
  <p:tag name="KSO_WM_TEMPLATE_CATEGORY" val="diagram"/>
  <p:tag name="KSO_WM_TEMPLATE_INDEX" val="20234386"/>
  <p:tag name="KSO_WM_UNIT_LAYERLEVEL" val="1_1_1"/>
  <p:tag name="KSO_WM_TAG_VERSION" val="3.0"/>
  <p:tag name="KSO_WM_BEAUTIFY_FLAG" val="#wm#"/>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3.xml><?xml version="1.0" encoding="utf-8"?>
<p:tagLst xmlns:p="http://schemas.openxmlformats.org/presentationml/2006/main">
  <p:tag name="KSO_WM_DIAGRAM_VERSION" val="3"/>
  <p:tag name="KSO_WM_DIAGRAM_COLOR_TRICK" val="1"/>
  <p:tag name="KSO_WM_DIAGRAM_COLOR_TEXT_CAN_REMOVE" val="n"/>
  <p:tag name="KSO_WM_UNIT_VALUE" val="115*12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4386_1*l_h_x*1_3_1"/>
  <p:tag name="KSO_WM_TEMPLATE_CATEGORY" val="diagram"/>
  <p:tag name="KSO_WM_TEMPLATE_INDEX" val="20234386"/>
  <p:tag name="KSO_WM_UNIT_LAYERLEVEL" val="1_1_1"/>
  <p:tag name="KSO_WM_TAG_VERSION" val="3.0"/>
  <p:tag name="KSO_WM_BEAUTIFY_FLAG" val="#wm#"/>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diagram20234386_1*l_h_f*1_4_1"/>
  <p:tag name="KSO_WM_TEMPLATE_CATEGORY" val="diagram"/>
  <p:tag name="KSO_WM_TEMPLATE_INDEX" val="2023438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51"/>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观点单击输入项正文，文字是您思想的提炼"/>
  <p:tag name="KSO_WM_UNIT_TEXT_FILL_FORE_SCHEMECOLOR_INDEX" val="1"/>
  <p:tag name="KSO_WM_UNIT_TEXT_FILL_TYPE" val="1"/>
  <p:tag name="KSO_WM_UNIT_USESOURCEFORMAT_APPLY" val="1"/>
</p:tagLst>
</file>

<file path=ppt/tags/tag425.xml><?xml version="1.0" encoding="utf-8"?>
<p:tagLst xmlns:p="http://schemas.openxmlformats.org/presentationml/2006/main">
  <p:tag name="KSO_WM_DIAGRAM_VERSION" val="3"/>
  <p:tag name="KSO_WM_DIAGRAM_COLOR_TRICK" val="1"/>
  <p:tag name="KSO_WM_DIAGRAM_COLOR_TEXT_CAN_REMOVE" val="n"/>
  <p:tag name="KSO_WM_UNIT_VALUE" val="124*114"/>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4386_1*l_h_x*1_4_1"/>
  <p:tag name="KSO_WM_TEMPLATE_CATEGORY" val="diagram"/>
  <p:tag name="KSO_WM_TEMPLATE_INDEX" val="20234386"/>
  <p:tag name="KSO_WM_UNIT_LAYERLEVEL" val="1_1_1"/>
  <p:tag name="KSO_WM_TAG_VERSION" val="3.0"/>
  <p:tag name="KSO_WM_BEAUTIFY_FLAG" val="#wm#"/>
  <p:tag name="KSO_WM_DIAGRAM_MAX_ITEMCNT" val="4"/>
  <p:tag name="KSO_WM_DIAGRAM_MIN_ITEMCNT" val="4"/>
  <p:tag name="KSO_WM_DIAGRAM_VIRTUALLY_FRAME" val="{&quot;height&quot;:356.8528758110444,&quot;left&quot;:33.25,&quot;top&quot;:134.041769858247,&quot;width&quot;:871.48212598425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6.xml><?xml version="1.0" encoding="utf-8"?>
<p:tagLst xmlns:p="http://schemas.openxmlformats.org/presentationml/2006/main">
  <p:tag name="KSO_WM_SLIDE_ID" val="diagram20234386_1"/>
  <p:tag name="KSO_WM_TEMPLATE_SUBCATEGORY" val="0"/>
  <p:tag name="KSO_WM_TEMPLATE_MASTER_TYPE" val="0"/>
  <p:tag name="KSO_WM_TEMPLATE_COLOR_TYPE" val="0"/>
  <p:tag name="KSO_WM_SLIDE_TYPE" val="text"/>
  <p:tag name="KSO_WM_SLIDE_SUBTYPE" val="diag"/>
  <p:tag name="KSO_WM_SLIDE_ITEM_CNT" val="4"/>
  <p:tag name="KSO_WM_SLIDE_INDEX" val="1"/>
  <p:tag name="KSO_WM_SLIDE_SIZE" val="850.4*357.2"/>
  <p:tag name="KSO_WM_SLIDE_POSITION" val="54.8*133.9"/>
  <p:tag name="KSO_WM_TAG_VERSION" val="3.0"/>
  <p:tag name="KSO_WM_BEAUTIFY_FLAG" val="#wm#"/>
  <p:tag name="KSO_WM_TEMPLATE_CATEGORY" val="diagram"/>
  <p:tag name="KSO_WM_TEMPLATE_INDEX" val="20234386"/>
  <p:tag name="KSO_WM_SLIDE_LAYOUT" val="a_l"/>
  <p:tag name="KSO_WM_SLIDE_LAYOUT_CNT" val="1_1"/>
  <p:tag name="KSO_WM_SPECIAL_SOURCE" val="bdnull"/>
  <p:tag name="KSO_WM_DIAGRAM_GROUP_CODE" val="l1-1"/>
  <p:tag name="KSO_WM_SLIDE_DIAGTYPE" val="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科技风人工智能通用模板">
  <a:themeElements>
    <a:clrScheme name="科技风AI人工智能">
      <a:dk1>
        <a:sysClr val="windowText" lastClr="000000"/>
      </a:dk1>
      <a:lt1>
        <a:sysClr val="window" lastClr="FFFFFF"/>
      </a:lt1>
      <a:dk2>
        <a:srgbClr val="0A1C43"/>
      </a:dk2>
      <a:lt2>
        <a:srgbClr val="FFFFFF"/>
      </a:lt2>
      <a:accent1>
        <a:srgbClr val="05B4EB"/>
      </a:accent1>
      <a:accent2>
        <a:srgbClr val="03BDD1"/>
      </a:accent2>
      <a:accent3>
        <a:srgbClr val="41C388"/>
      </a:accent3>
      <a:accent4>
        <a:srgbClr val="FFAE37"/>
      </a:accent4>
      <a:accent5>
        <a:srgbClr val="EF7A5F"/>
      </a:accent5>
      <a:accent6>
        <a:srgbClr val="EC5F74"/>
      </a:accent6>
      <a:hlink>
        <a:srgbClr val="0563C1"/>
      </a:hlink>
      <a:folHlink>
        <a:srgbClr val="954D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4284</Words>
  <Application>WPS 演示</Application>
  <PresentationFormat>On-screen Show (4:3)</PresentationFormat>
  <Paragraphs>470</Paragraphs>
  <Slides>33</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33</vt:i4>
      </vt:variant>
    </vt:vector>
  </HeadingPairs>
  <TitlesOfParts>
    <vt:vector size="52" baseType="lpstr">
      <vt:lpstr>Arial</vt:lpstr>
      <vt:lpstr>宋体</vt:lpstr>
      <vt:lpstr>Wingdings</vt:lpstr>
      <vt:lpstr>Arial</vt:lpstr>
      <vt:lpstr>Calibri</vt:lpstr>
      <vt:lpstr>微软雅黑</vt:lpstr>
      <vt:lpstr>Arial Unicode MS</vt:lpstr>
      <vt:lpstr>Wingdings</vt:lpstr>
      <vt:lpstr>江城圆体 400W</vt:lpstr>
      <vt:lpstr>字由点字虎啸体</vt:lpstr>
      <vt:lpstr>字由点字腾凌体</vt:lpstr>
      <vt:lpstr>字由点字烈金体</vt:lpstr>
      <vt:lpstr>字由点字飒爽手写体</vt:lpstr>
      <vt:lpstr>汉仪粗圆简</vt:lpstr>
      <vt:lpstr>MiSans Normal</vt:lpstr>
      <vt:lpstr>+中文正文</vt:lpstr>
      <vt:lpstr>Segoe Print</vt:lpstr>
      <vt:lpstr>Office Theme</vt:lpstr>
      <vt:lpstr>科技风人工智能通用模板</vt:lpstr>
      <vt:lpstr>PowerPoint 演示文稿</vt:lpstr>
      <vt:lpstr>PowerPoint 演示文稿</vt:lpstr>
      <vt:lpstr>目录</vt:lpstr>
      <vt:lpstr>PowerPoint 演示文稿</vt:lpstr>
      <vt:lpstr>什么是 ResearcherNexus？</vt:lpstr>
      <vt:lpstr>核心价值主张</vt:lpstr>
      <vt:lpstr>PowerPoint 演示文稿</vt:lpstr>
      <vt:lpstr>系统技术架构</vt:lpstr>
      <vt:lpstr>PowerPoint 演示文稿</vt:lpstr>
      <vt:lpstr>前端技术栈</vt:lpstr>
      <vt:lpstr>PowerPoint 演示文稿</vt:lpstr>
      <vt:lpstr>多代理协作系统 (Multi-Agent System)</vt:lpstr>
      <vt:lpstr>多代理协作系统 (Multi-Agent System)</vt:lpstr>
      <vt:lpstr>单击此处添加文档标题内容</vt:lpstr>
      <vt:lpstr>工具集成系统</vt:lpstr>
      <vt:lpstr>PowerPoint 演示文稿</vt:lpstr>
      <vt:lpstr>多模态内容生成</vt:lpstr>
      <vt:lpstr>PowerPoint 演示文稿</vt:lpstr>
      <vt:lpstr>产品核心特色</vt:lpstr>
      <vt:lpstr>单击此处添加标题</vt:lpstr>
      <vt:lpstr>PowerPoint 演示文稿</vt:lpstr>
      <vt:lpstr>典型应用场景</vt:lpstr>
      <vt:lpstr>单击此处添加标题</vt:lpstr>
      <vt:lpstr>PowerPoint 演示文稿</vt:lpstr>
      <vt:lpstr>当前项目成果</vt:lpstr>
      <vt:lpstr>PowerPoint 演示文稿</vt:lpstr>
      <vt:lpstr>PowerPoint 演示文稿</vt:lpstr>
      <vt:lpstr>PowerPoint 演示文稿</vt:lpstr>
      <vt:lpstr>PowerPoint 演示文稿</vt:lpstr>
      <vt:lpstr>PowerPoint 演示文稿</vt:lpstr>
      <vt:lpstr>PowerPoint 演示文稿</vt:lpstr>
      <vt:lpstr>技术发展路线图</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吴曦</cp:lastModifiedBy>
  <cp:revision>5</cp:revision>
  <dcterms:created xsi:type="dcterms:W3CDTF">2013-01-27T09:14:00Z</dcterms:created>
  <dcterms:modified xsi:type="dcterms:W3CDTF">2026-02-13T10:05:57Z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8498CB88532E438185AAA14C230759F7_12</vt:lpwstr>
  </property>
</Properties>
</file>